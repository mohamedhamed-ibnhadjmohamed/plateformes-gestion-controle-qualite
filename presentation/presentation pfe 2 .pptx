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p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4"/>
  </p:sldMasterIdLst>
  <p:notesMasterIdLst>
    <p:notesMasterId r:id="rId33"/>
  </p:notesMasterIdLst>
  <p:sldIdLst>
    <p:sldId id="340" r:id="rId5"/>
    <p:sldId id="256" r:id="rId6"/>
    <p:sldId id="783" r:id="rId7"/>
    <p:sldId id="716" r:id="rId8"/>
    <p:sldId id="341" r:id="rId9"/>
    <p:sldId id="786" r:id="rId10"/>
    <p:sldId id="787" r:id="rId11"/>
    <p:sldId id="785" r:id="rId12"/>
    <p:sldId id="781" r:id="rId13"/>
    <p:sldId id="348" r:id="rId14"/>
    <p:sldId id="350" r:id="rId15"/>
    <p:sldId id="788" r:id="rId16"/>
    <p:sldId id="751" r:id="rId17"/>
    <p:sldId id="766" r:id="rId18"/>
    <p:sldId id="790" r:id="rId19"/>
    <p:sldId id="792" r:id="rId20"/>
    <p:sldId id="712" r:id="rId21"/>
    <p:sldId id="768" r:id="rId22"/>
    <p:sldId id="769" r:id="rId23"/>
    <p:sldId id="770" r:id="rId24"/>
    <p:sldId id="793" r:id="rId25"/>
    <p:sldId id="713" r:id="rId26"/>
    <p:sldId id="780" r:id="rId27"/>
    <p:sldId id="720" r:id="rId28"/>
    <p:sldId id="724" r:id="rId29"/>
    <p:sldId id="794" r:id="rId30"/>
    <p:sldId id="343" r:id="rId31"/>
    <p:sldId id="789" r:id="rId32"/>
  </p:sldIdLst>
  <p:sldSz cx="9144000" cy="5143500" type="screen16x9"/>
  <p:notesSz cx="6858000" cy="9144000"/>
  <p:embeddedFontLst>
    <p:embeddedFont>
      <p:font typeface="Source Sans Pro" panose="020B0604020202020204" charset="0"/>
      <p:regular r:id="rId34"/>
      <p:bold r:id="rId35"/>
      <p:italic r:id="rId36"/>
      <p:boldItalic r:id="rId37"/>
    </p:embeddedFont>
    <p:embeddedFont>
      <p:font typeface="Tw Cen MT" panose="020B0602020104020603" pitchFamily="34" charset="0"/>
      <p:regular r:id="rId38"/>
      <p:bold r:id="rId39"/>
      <p:italic r:id="rId40"/>
      <p:boldItalic r:id="rId41"/>
    </p:embeddedFont>
    <p:embeddedFont>
      <p:font typeface="Anton" panose="020B0604020202020204" charset="0"/>
      <p:regular r:id="rId42"/>
    </p:embeddedFont>
    <p:embeddedFont>
      <p:font typeface="Roboto" panose="020B0604020202020204" charset="0"/>
      <p:regular r:id="rId43"/>
      <p:bold r:id="rId44"/>
      <p:italic r:id="rId45"/>
      <p:boldItalic r:id="rId46"/>
    </p:embeddedFont>
    <p:embeddedFont>
      <p:font typeface="Lato Black" panose="020B0604020202020204" charset="0"/>
      <p:bold r:id="rId47"/>
      <p:boldItalic r:id="rId48"/>
    </p:embeddedFont>
    <p:embeddedFont>
      <p:font typeface="Franklin Gothic Book" panose="020B0503020102020204" pitchFamily="34" charset="0"/>
      <p:regular r:id="rId49"/>
      <p:italic r:id="rId50"/>
    </p:embeddedFont>
    <p:embeddedFont>
      <p:font typeface="Anaheim" panose="020B0604020202020204" charset="0"/>
      <p:regular r:id="rId51"/>
    </p:embeddedFont>
    <p:embeddedFont>
      <p:font typeface="DM Sans" panose="020B0604020202020204" charset="0"/>
      <p:regular r:id="rId52"/>
      <p:bold r:id="rId53"/>
      <p:italic r:id="rId54"/>
      <p:boldItalic r:id="rId55"/>
    </p:embeddedFont>
    <p:embeddedFont>
      <p:font typeface="Calibri" panose="020F0502020204030204" pitchFamily="34" charset="0"/>
      <p:regular r:id="rId56"/>
      <p:bold r:id="rId57"/>
      <p:italic r:id="rId58"/>
      <p:boldItalic r:id="rId5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meni BEN MARZOUG (ENISo)" initials="ABM(" lastIdx="2" clrIdx="0">
    <p:extLst>
      <p:ext uri="{19B8F6BF-5375-455C-9EA6-DF929625EA0E}">
        <p15:presenceInfo xmlns:p15="http://schemas.microsoft.com/office/powerpoint/2012/main" userId="Ameni BEN MARZOUG (ENISo)"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4641"/>
    <a:srgbClr val="099566"/>
    <a:srgbClr val="0EE29B"/>
    <a:srgbClr val="024A05"/>
    <a:srgbClr val="4AAE3E"/>
    <a:srgbClr val="6F9C42"/>
    <a:srgbClr val="80BAD3"/>
    <a:srgbClr val="434343"/>
    <a:srgbClr val="42A33A"/>
    <a:srgbClr val="22325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E11B1EF-1C8A-48CB-93BD-E031D97D7C90}">
  <a:tblStyle styleId="{7E11B1EF-1C8A-48CB-93BD-E031D97D7C9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75948" autoAdjust="0"/>
  </p:normalViewPr>
  <p:slideViewPr>
    <p:cSldViewPr snapToGrid="0">
      <p:cViewPr varScale="1">
        <p:scale>
          <a:sx n="83" d="100"/>
          <a:sy n="83" d="100"/>
        </p:scale>
        <p:origin x="143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6.fntdata"/><Relationship Id="rId21" Type="http://schemas.openxmlformats.org/officeDocument/2006/relationships/slide" Target="slides/slide17.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font" Target="fonts/font14.fntdata"/><Relationship Id="rId50" Type="http://schemas.openxmlformats.org/officeDocument/2006/relationships/font" Target="fonts/font17.fntdata"/><Relationship Id="rId55" Type="http://schemas.openxmlformats.org/officeDocument/2006/relationships/font" Target="fonts/font22.fntdata"/><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3" Type="http://schemas.openxmlformats.org/officeDocument/2006/relationships/font" Target="fonts/font20.fntdata"/><Relationship Id="rId58" Type="http://schemas.openxmlformats.org/officeDocument/2006/relationships/font" Target="fonts/font25.fntdata"/><Relationship Id="rId5" Type="http://schemas.openxmlformats.org/officeDocument/2006/relationships/slide" Target="slides/slide1.xml"/><Relationship Id="rId61"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font" Target="fonts/font15.fntdata"/><Relationship Id="rId56" Type="http://schemas.openxmlformats.org/officeDocument/2006/relationships/font" Target="fonts/font23.fntdata"/><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font" Target="fonts/font18.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font" Target="fonts/font13.fntdata"/><Relationship Id="rId59" Type="http://schemas.openxmlformats.org/officeDocument/2006/relationships/font" Target="fonts/font26.fntdata"/><Relationship Id="rId20" Type="http://schemas.openxmlformats.org/officeDocument/2006/relationships/slide" Target="slides/slide16.xml"/><Relationship Id="rId41" Type="http://schemas.openxmlformats.org/officeDocument/2006/relationships/font" Target="fonts/font8.fntdata"/><Relationship Id="rId54" Type="http://schemas.openxmlformats.org/officeDocument/2006/relationships/font" Target="fonts/font21.fntdata"/><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3.fntdata"/><Relationship Id="rId49" Type="http://schemas.openxmlformats.org/officeDocument/2006/relationships/font" Target="fonts/font16.fntdata"/><Relationship Id="rId57" Type="http://schemas.openxmlformats.org/officeDocument/2006/relationships/font" Target="fonts/font24.fntdata"/><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font" Target="fonts/font11.fntdata"/><Relationship Id="rId52" Type="http://schemas.openxmlformats.org/officeDocument/2006/relationships/font" Target="fonts/font19.fntdata"/><Relationship Id="rId60"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800" dirty="0">
                <a:solidFill>
                  <a:srgbClr val="000000"/>
                </a:solidFill>
                <a:effectLst/>
                <a:latin typeface="Calibri" panose="020F0502020204030204" pitchFamily="34" charset="0"/>
                <a:ea typeface="Times New Roman" panose="02020603050405020304" pitchFamily="18" charset="0"/>
              </a:rPr>
              <a:t>Bonjour à toutes et à tous, Je suis  ……………..</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800" dirty="0">
                <a:solidFill>
                  <a:srgbClr val="000000"/>
                </a:solidFill>
                <a:effectLst/>
                <a:latin typeface="Calibri" panose="020F0502020204030204" pitchFamily="34" charset="0"/>
                <a:ea typeface="Calibri" panose="020F0502020204030204" pitchFamily="34" charset="0"/>
              </a:rPr>
              <a:t>D’abord pour commencer je voudrais remercier les membres du jury pour leurs présence aujourd’hui afin d’évaluer mon travail ,</a:t>
            </a:r>
          </a:p>
          <a:p>
            <a:pPr marL="158750" indent="0">
              <a:buNone/>
            </a:pPr>
            <a:r>
              <a:rPr lang="fr-FR" sz="1800" dirty="0">
                <a:solidFill>
                  <a:srgbClr val="000000"/>
                </a:solidFill>
                <a:effectLst/>
                <a:latin typeface="Calibri" panose="020F0502020204030204" pitchFamily="34" charset="0"/>
                <a:ea typeface="Calibri" panose="020F0502020204030204" pitchFamily="34" charset="0"/>
              </a:rPr>
              <a:t>Je remercie la société </a:t>
            </a:r>
            <a:r>
              <a:rPr lang="fr-FR" sz="1800" dirty="0" err="1">
                <a:solidFill>
                  <a:srgbClr val="000000"/>
                </a:solidFill>
                <a:effectLst/>
                <a:latin typeface="Calibri" panose="020F0502020204030204" pitchFamily="34" charset="0"/>
                <a:ea typeface="Calibri" panose="020F0502020204030204" pitchFamily="34" charset="0"/>
              </a:rPr>
              <a:t>DataDoIt</a:t>
            </a:r>
            <a:r>
              <a:rPr lang="fr-FR" sz="1800" dirty="0">
                <a:solidFill>
                  <a:srgbClr val="000000"/>
                </a:solidFill>
                <a:effectLst/>
                <a:latin typeface="Calibri" panose="020F0502020204030204" pitchFamily="34" charset="0"/>
                <a:ea typeface="Calibri" panose="020F0502020204030204" pitchFamily="34" charset="0"/>
              </a:rPr>
              <a:t> de m’avoir offert l’opportunité de réaliser mon stage de fin d’études au sein de ses locaux, je remercie également  mes encadrant pour leurs soutien, leur encouragement et leurs encadrement </a:t>
            </a:r>
            <a:r>
              <a:rPr lang="fr-FR" sz="1800" dirty="0">
                <a:solidFill>
                  <a:srgbClr val="000000"/>
                </a:solidFill>
                <a:effectLst/>
                <a:latin typeface="Calibri" panose="020F0502020204030204" pitchFamily="34" charset="0"/>
                <a:ea typeface="Times New Roman" panose="02020603050405020304" pitchFamily="18" charset="0"/>
              </a:rPr>
              <a:t>tout au long de la période de stage. </a:t>
            </a:r>
            <a:endParaRPr lang="fr-FR" sz="1800" dirty="0">
              <a:effectLst/>
              <a:latin typeface="Times New Roman" panose="02020603050405020304" pitchFamily="18" charset="0"/>
              <a:ea typeface="Times New Roman" panose="02020603050405020304" pitchFamily="18" charset="0"/>
            </a:endParaRPr>
          </a:p>
          <a:p>
            <a:pPr>
              <a:spcAft>
                <a:spcPts val="800"/>
              </a:spcAft>
            </a:pPr>
            <a:r>
              <a:rPr lang="fr-FR" sz="1800" dirty="0">
                <a:solidFill>
                  <a:srgbClr val="000000"/>
                </a:solidFill>
                <a:effectLst/>
                <a:latin typeface="Calibri" panose="020F0502020204030204" pitchFamily="34" charset="0"/>
                <a:ea typeface="Times New Roman" panose="02020603050405020304" pitchFamily="18" charset="0"/>
              </a:rPr>
              <a:t>Aujourd’hui je suis présente pour vous présenter le fruit de mon travail qui a été réalisé.</a:t>
            </a:r>
            <a:endParaRPr lang="fr-FR" sz="1800" dirty="0">
              <a:effectLst/>
              <a:latin typeface="Times New Roman" panose="02020603050405020304" pitchFamily="18" charset="0"/>
              <a:ea typeface="Times New Roman" panose="02020603050405020304" pitchFamily="18" charset="0"/>
            </a:endParaRPr>
          </a:p>
          <a:p>
            <a:pPr>
              <a:spcAft>
                <a:spcPts val="800"/>
              </a:spcAft>
            </a:pPr>
            <a:r>
              <a:rPr lang="fr-FR" sz="1800" dirty="0">
                <a:solidFill>
                  <a:srgbClr val="000000"/>
                </a:solidFill>
                <a:effectLst/>
                <a:latin typeface="Calibri" panose="020F0502020204030204" pitchFamily="34" charset="0"/>
                <a:ea typeface="Times New Roman" panose="02020603050405020304" pitchFamily="18" charset="0"/>
              </a:rPr>
              <a:t> Mon projet consiste à concevoir et développer un analyseur d’air connecté. </a:t>
            </a:r>
            <a:endParaRPr lang="fr-FR" sz="1800" dirty="0">
              <a:effectLst/>
              <a:latin typeface="Times New Roman" panose="02020603050405020304" pitchFamily="18" charset="0"/>
              <a:ea typeface="Times New Roman" panose="02020603050405020304" pitchFamily="18" charset="0"/>
            </a:endParaRPr>
          </a:p>
          <a:p>
            <a:pPr marL="158750" indent="0">
              <a:buNone/>
            </a:pPr>
            <a:endParaRPr lang="en-US" dirty="0"/>
          </a:p>
        </p:txBody>
      </p:sp>
    </p:spTree>
    <p:extLst>
      <p:ext uri="{BB962C8B-B14F-4D97-AF65-F5344CB8AC3E}">
        <p14:creationId xmlns:p14="http://schemas.microsoft.com/office/powerpoint/2010/main" val="9011650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875e30e62e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875e30e62e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Tx/>
              <a:buChar char="-"/>
              <a:tabLst/>
              <a:defRPr/>
            </a:pPr>
            <a:r>
              <a:rPr lang="fr-FR" sz="1100" dirty="0"/>
              <a:t>Commençons par la présentation </a:t>
            </a:r>
            <a:r>
              <a:rPr lang="fr-FR" sz="1100" baseline="0" dirty="0"/>
              <a:t>du plan </a:t>
            </a:r>
          </a:p>
          <a:p>
            <a:pPr marL="457200" marR="0" lvl="0" indent="-298450" algn="l" defTabSz="914400" rtl="0" eaLnBrk="1" fontAlgn="auto" latinLnBrk="0" hangingPunct="1">
              <a:lnSpc>
                <a:spcPct val="100000"/>
              </a:lnSpc>
              <a:spcBef>
                <a:spcPts val="0"/>
              </a:spcBef>
              <a:spcAft>
                <a:spcPts val="0"/>
              </a:spcAft>
              <a:buClr>
                <a:srgbClr val="000000"/>
              </a:buClr>
              <a:buSzPts val="1100"/>
              <a:buFontTx/>
              <a:buChar char="-"/>
              <a:tabLst/>
              <a:defRPr/>
            </a:pPr>
            <a:endParaRPr lang="fr-FR" sz="1100" baseline="0" dirty="0"/>
          </a:p>
          <a:p>
            <a:pPr marL="457200" marR="0" lvl="0" indent="-298450" algn="l" defTabSz="914400" rtl="0" eaLnBrk="1" fontAlgn="auto" latinLnBrk="0" hangingPunct="1">
              <a:lnSpc>
                <a:spcPct val="100000"/>
              </a:lnSpc>
              <a:spcBef>
                <a:spcPts val="0"/>
              </a:spcBef>
              <a:spcAft>
                <a:spcPts val="0"/>
              </a:spcAft>
              <a:buClr>
                <a:srgbClr val="000000"/>
              </a:buClr>
              <a:buSzPts val="1100"/>
              <a:tabLst/>
              <a:defRPr/>
            </a:pPr>
            <a:r>
              <a:rPr lang="fr-FR" sz="1100" baseline="0" dirty="0"/>
              <a:t>Tout d’abord, nous allons </a:t>
            </a:r>
            <a:r>
              <a:rPr lang="fr-FR" baseline="0" dirty="0"/>
              <a:t>commencer par une introduction du projet en précisant la problématique qui a sollicité le besoin de notre projet.</a:t>
            </a:r>
          </a:p>
          <a:p>
            <a:pPr marL="457200" marR="0" lvl="0" indent="-298450" algn="l" defTabSz="914400" rtl="0" eaLnBrk="1" fontAlgn="auto" latinLnBrk="0" hangingPunct="1">
              <a:lnSpc>
                <a:spcPct val="100000"/>
              </a:lnSpc>
              <a:spcBef>
                <a:spcPts val="0"/>
              </a:spcBef>
              <a:spcAft>
                <a:spcPts val="0"/>
              </a:spcAft>
              <a:buClr>
                <a:srgbClr val="000000"/>
              </a:buClr>
              <a:buSzPts val="1100"/>
              <a:tabLst/>
              <a:defRPr/>
            </a:pPr>
            <a:r>
              <a:rPr lang="fr-FR" baseline="0" dirty="0"/>
              <a:t>Ensuite le cadre du projet</a:t>
            </a:r>
          </a:p>
          <a:p>
            <a:r>
              <a:rPr lang="fr-FR" baseline="0" dirty="0"/>
              <a:t>Par la suite, nous passons à l’analyse et spécification des besoins</a:t>
            </a:r>
          </a:p>
          <a:p>
            <a:r>
              <a:rPr lang="fr-FR" baseline="0" dirty="0"/>
              <a:t>Après le choix des équipements</a:t>
            </a:r>
          </a:p>
          <a:p>
            <a:r>
              <a:rPr lang="fr-FR" baseline="0" dirty="0"/>
              <a:t>Puis la phase de réalisation </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fr-FR" baseline="0" dirty="0"/>
              <a:t>Enfin, nous clôturons l’exposé p</a:t>
            </a:r>
            <a:r>
              <a:rPr lang="fr-FR" sz="1100" baseline="0" dirty="0"/>
              <a:t>ar une conclusion et des perspectives </a:t>
            </a:r>
            <a:r>
              <a:rPr lang="fr-FR" dirty="0"/>
              <a:t>du</a:t>
            </a:r>
            <a:r>
              <a:rPr lang="fr-FR" sz="1100" baseline="0" dirty="0"/>
              <a:t> travail.</a:t>
            </a:r>
            <a:endParaRPr lang="fr-FR" sz="1100" dirty="0"/>
          </a:p>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6e552fcb8f_0_12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g6e552fcb8f_0_12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754342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800" dirty="0">
                <a:solidFill>
                  <a:srgbClr val="000000"/>
                </a:solidFill>
                <a:effectLst/>
                <a:latin typeface="Calibri" panose="020F0502020204030204" pitchFamily="34" charset="0"/>
                <a:ea typeface="Times New Roman" panose="02020603050405020304" pitchFamily="18" charset="0"/>
              </a:rPr>
              <a:t>Notre stage a été effectué au sein de la société </a:t>
            </a:r>
            <a:r>
              <a:rPr lang="fr-FR" sz="1800" dirty="0" err="1">
                <a:solidFill>
                  <a:srgbClr val="000000"/>
                </a:solidFill>
                <a:effectLst/>
                <a:latin typeface="Calibri" panose="020F0502020204030204" pitchFamily="34" charset="0"/>
                <a:ea typeface="Times New Roman" panose="02020603050405020304" pitchFamily="18" charset="0"/>
              </a:rPr>
              <a:t>DataDoIt</a:t>
            </a:r>
            <a:r>
              <a:rPr lang="fr-FR" sz="1800" dirty="0">
                <a:solidFill>
                  <a:srgbClr val="000000"/>
                </a:solidFill>
                <a:effectLst/>
                <a:latin typeface="Calibri" panose="020F0502020204030204" pitchFamily="34" charset="0"/>
                <a:ea typeface="Times New Roman" panose="02020603050405020304" pitchFamily="18" charset="0"/>
              </a:rPr>
              <a:t> </a:t>
            </a:r>
            <a:endParaRPr lang="fr-FR" sz="1800" dirty="0">
              <a:effectLst/>
              <a:latin typeface="Times New Roman" panose="02020603050405020304" pitchFamily="18" charset="0"/>
              <a:ea typeface="Times New Roman" panose="02020603050405020304" pitchFamily="18" charset="0"/>
            </a:endParaRP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fr-FR" dirty="0"/>
          </a:p>
          <a:p>
            <a:r>
              <a:rPr lang="fr-FR" sz="1800" dirty="0" err="1">
                <a:solidFill>
                  <a:srgbClr val="000000"/>
                </a:solidFill>
                <a:effectLst/>
                <a:latin typeface="Calibri" panose="020F0502020204030204" pitchFamily="34" charset="0"/>
                <a:ea typeface="Times New Roman" panose="02020603050405020304" pitchFamily="18" charset="0"/>
              </a:rPr>
              <a:t>DataDoIt</a:t>
            </a:r>
            <a:r>
              <a:rPr lang="fr-FR" sz="1800" dirty="0">
                <a:solidFill>
                  <a:srgbClr val="000000"/>
                </a:solidFill>
                <a:effectLst/>
                <a:latin typeface="Calibri" panose="020F0502020204030204" pitchFamily="34" charset="0"/>
                <a:ea typeface="Times New Roman" panose="02020603050405020304" pitchFamily="18" charset="0"/>
              </a:rPr>
              <a:t> est une startup tunisienne, fondée en 2020, intervient sur des projets innovants en , intelligence artificielle ,informatique embarquée et internet des objets et analyse des données data </a:t>
            </a:r>
            <a:r>
              <a:rPr lang="fr-FR" sz="1800" dirty="0" err="1">
                <a:solidFill>
                  <a:srgbClr val="000000"/>
                </a:solidFill>
                <a:effectLst/>
                <a:latin typeface="Calibri" panose="020F0502020204030204" pitchFamily="34" charset="0"/>
                <a:ea typeface="Times New Roman" panose="02020603050405020304" pitchFamily="18" charset="0"/>
              </a:rPr>
              <a:t>analysis</a:t>
            </a:r>
            <a:r>
              <a:rPr lang="fr-FR" sz="1800" dirty="0">
                <a:solidFill>
                  <a:srgbClr val="000000"/>
                </a:solidFill>
                <a:effectLst/>
                <a:latin typeface="Calibri" panose="020F0502020204030204" pitchFamily="34" charset="0"/>
                <a:ea typeface="Times New Roman" panose="02020603050405020304" pitchFamily="18" charset="0"/>
              </a:rPr>
              <a:t> as a service , elle est localisé au technopole de </a:t>
            </a:r>
            <a:r>
              <a:rPr lang="fr-FR" sz="1800" dirty="0" err="1">
                <a:solidFill>
                  <a:srgbClr val="000000"/>
                </a:solidFill>
                <a:effectLst/>
                <a:latin typeface="Calibri" panose="020F0502020204030204" pitchFamily="34" charset="0"/>
                <a:ea typeface="Times New Roman" panose="02020603050405020304" pitchFamily="18" charset="0"/>
              </a:rPr>
              <a:t>manouba</a:t>
            </a:r>
            <a:endParaRPr lang="fr-FR" sz="1800" dirty="0">
              <a:effectLst/>
              <a:latin typeface="Times New Roman" panose="02020603050405020304" pitchFamily="18" charset="0"/>
              <a:ea typeface="Times New Roman" panose="02020603050405020304" pitchFamily="18" charset="0"/>
            </a:endParaRPr>
          </a:p>
          <a:p>
            <a:r>
              <a:rPr lang="en-US" dirty="0" err="1"/>
              <a:t>DataDoIt</a:t>
            </a:r>
            <a:r>
              <a:rPr lang="en-US" dirty="0"/>
              <a:t> </a:t>
            </a:r>
            <a:r>
              <a:rPr lang="en-US" dirty="0" err="1"/>
              <a:t>est</a:t>
            </a:r>
            <a:r>
              <a:rPr lang="en-US" dirty="0"/>
              <a:t> </a:t>
            </a:r>
            <a:r>
              <a:rPr lang="en-US" dirty="0" err="1"/>
              <a:t>célebre</a:t>
            </a:r>
            <a:r>
              <a:rPr lang="en-US" dirty="0"/>
              <a:t> par </a:t>
            </a:r>
            <a:r>
              <a:rPr lang="en-US" dirty="0" err="1"/>
              <a:t>ces</a:t>
            </a:r>
            <a:r>
              <a:rPr lang="en-US" dirty="0"/>
              <a:t> solutions </a:t>
            </a:r>
            <a:r>
              <a:rPr lang="en-US" dirty="0" err="1"/>
              <a:t>innovantes</a:t>
            </a:r>
            <a:r>
              <a:rPr lang="en-US" dirty="0"/>
              <a:t> pour aider les </a:t>
            </a:r>
            <a:r>
              <a:rPr lang="en-US" dirty="0" err="1"/>
              <a:t>entreprises</a:t>
            </a:r>
            <a:r>
              <a:rPr lang="en-US" dirty="0"/>
              <a:t> a </a:t>
            </a:r>
            <a:r>
              <a:rPr lang="en-US" dirty="0" err="1"/>
              <a:t>traiter</a:t>
            </a:r>
            <a:r>
              <a:rPr lang="en-US" dirty="0"/>
              <a:t> et </a:t>
            </a:r>
            <a:r>
              <a:rPr lang="en-US" dirty="0" err="1"/>
              <a:t>analyser</a:t>
            </a:r>
            <a:r>
              <a:rPr lang="en-US" dirty="0"/>
              <a:t> les </a:t>
            </a:r>
            <a:r>
              <a:rPr lang="en-US" dirty="0" err="1"/>
              <a:t>données</a:t>
            </a:r>
            <a:endParaRPr lang="en-US" dirty="0"/>
          </a:p>
        </p:txBody>
      </p:sp>
    </p:spTree>
    <p:extLst>
      <p:ext uri="{BB962C8B-B14F-4D97-AF65-F5344CB8AC3E}">
        <p14:creationId xmlns:p14="http://schemas.microsoft.com/office/powerpoint/2010/main" val="31471025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fr-FR" b="0" i="0" dirty="0">
                <a:solidFill>
                  <a:srgbClr val="D1D5DB"/>
                </a:solidFill>
                <a:effectLst/>
                <a:latin typeface="Söhne"/>
              </a:rPr>
              <a:t>La problématique à laquelle nous sommes confrontés dans le secteur du commerce est la suivante : comment concilier la satisfaction du client avec une gestion efficace des stocks et du personnel ?</a:t>
            </a:r>
          </a:p>
          <a:p>
            <a:pPr algn="l"/>
            <a:r>
              <a:rPr lang="fr-FR" b="0" i="0" dirty="0">
                <a:solidFill>
                  <a:srgbClr val="D1D5DB"/>
                </a:solidFill>
                <a:effectLst/>
                <a:latin typeface="Söhne"/>
              </a:rPr>
              <a:t>La satisfaction du client est vitale pour la réputation et le succès des établissements commerciaux. Cependant, la gestion des stocks et du personnel représente un défi majeur. Il est essentiel de maintenir un équilibre entre une offre suffisante pour répondre à la demande des clients, tout en évitant les surstocks et les ruptures de stock.</a:t>
            </a:r>
          </a:p>
          <a:p>
            <a:pPr algn="l"/>
            <a:r>
              <a:rPr lang="fr-FR" b="0" i="0" dirty="0">
                <a:solidFill>
                  <a:srgbClr val="D1D5DB"/>
                </a:solidFill>
                <a:effectLst/>
                <a:latin typeface="Söhne"/>
              </a:rPr>
              <a:t>De plus, la gestion du personnel est tout aussi cruciale.</a:t>
            </a:r>
          </a:p>
        </p:txBody>
      </p:sp>
    </p:spTree>
    <p:extLst>
      <p:ext uri="{BB962C8B-B14F-4D97-AF65-F5344CB8AC3E}">
        <p14:creationId xmlns:p14="http://schemas.microsoft.com/office/powerpoint/2010/main" val="36013990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fr-FR" b="0" i="0" dirty="0">
                <a:solidFill>
                  <a:srgbClr val="D1D5DB"/>
                </a:solidFill>
                <a:effectLst/>
                <a:latin typeface="Söhne"/>
              </a:rPr>
              <a:t>La solution </a:t>
            </a:r>
            <a:r>
              <a:rPr lang="fr-FR" b="0" i="0" dirty="0" err="1">
                <a:solidFill>
                  <a:srgbClr val="D1D5DB"/>
                </a:solidFill>
                <a:effectLst/>
                <a:latin typeface="Söhne"/>
              </a:rPr>
              <a:t>smarteye</a:t>
            </a:r>
            <a:r>
              <a:rPr lang="fr-FR" b="0" i="0" dirty="0">
                <a:solidFill>
                  <a:srgbClr val="D1D5DB"/>
                </a:solidFill>
                <a:effectLst/>
                <a:latin typeface="Söhne"/>
              </a:rPr>
              <a:t> de </a:t>
            </a:r>
            <a:r>
              <a:rPr lang="fr-FR" b="0" i="0" dirty="0" err="1">
                <a:solidFill>
                  <a:srgbClr val="D1D5DB"/>
                </a:solidFill>
                <a:effectLst/>
                <a:latin typeface="Söhne"/>
              </a:rPr>
              <a:t>hikvision</a:t>
            </a:r>
            <a:r>
              <a:rPr lang="fr-FR" b="0" i="0" dirty="0">
                <a:solidFill>
                  <a:srgbClr val="D1D5DB"/>
                </a:solidFill>
                <a:effectLst/>
                <a:latin typeface="Söhne"/>
              </a:rPr>
              <a:t> collection des données et traitement dans le serveur les caméra sont pour juste pour le capture de </a:t>
            </a:r>
            <a:r>
              <a:rPr lang="fr-FR" b="0" i="0" dirty="0" err="1">
                <a:solidFill>
                  <a:srgbClr val="D1D5DB"/>
                </a:solidFill>
                <a:effectLst/>
                <a:latin typeface="Söhne"/>
              </a:rPr>
              <a:t>védio</a:t>
            </a:r>
            <a:r>
              <a:rPr lang="fr-FR" b="0" i="0" dirty="0">
                <a:solidFill>
                  <a:srgbClr val="D1D5DB"/>
                </a:solidFill>
                <a:effectLst/>
                <a:latin typeface="Söhne"/>
              </a:rPr>
              <a:t>, </a:t>
            </a:r>
            <a:r>
              <a:rPr lang="fr-FR" b="0" i="0" dirty="0" err="1">
                <a:solidFill>
                  <a:srgbClr val="D1D5DB"/>
                </a:solidFill>
                <a:effectLst/>
                <a:latin typeface="Söhne"/>
              </a:rPr>
              <a:t>hikvison</a:t>
            </a:r>
            <a:r>
              <a:rPr lang="fr-FR" b="0" i="0" dirty="0">
                <a:solidFill>
                  <a:srgbClr val="D1D5DB"/>
                </a:solidFill>
                <a:effectLst/>
                <a:latin typeface="Söhne"/>
              </a:rPr>
              <a:t> société </a:t>
            </a:r>
            <a:r>
              <a:rPr lang="fr-FR" b="0" i="0" dirty="0" err="1">
                <a:solidFill>
                  <a:srgbClr val="D1D5DB"/>
                </a:solidFill>
                <a:effectLst/>
                <a:latin typeface="Söhne"/>
              </a:rPr>
              <a:t>americane</a:t>
            </a:r>
            <a:r>
              <a:rPr lang="fr-FR" b="0" i="0" dirty="0">
                <a:solidFill>
                  <a:srgbClr val="D1D5DB"/>
                </a:solidFill>
                <a:effectLst/>
                <a:latin typeface="Söhne"/>
              </a:rPr>
              <a:t> </a:t>
            </a:r>
            <a:r>
              <a:rPr lang="fr-FR" b="0" i="0" dirty="0" err="1">
                <a:solidFill>
                  <a:srgbClr val="D1D5DB"/>
                </a:solidFill>
                <a:effectLst/>
                <a:latin typeface="Söhne"/>
              </a:rPr>
              <a:t>célbre</a:t>
            </a:r>
            <a:r>
              <a:rPr lang="fr-FR" b="0" i="0" dirty="0">
                <a:solidFill>
                  <a:srgbClr val="D1D5DB"/>
                </a:solidFill>
                <a:effectLst/>
                <a:latin typeface="Söhne"/>
              </a:rPr>
              <a:t> par les caméra du sécurité</a:t>
            </a:r>
          </a:p>
          <a:p>
            <a:pPr algn="l"/>
            <a:r>
              <a:rPr lang="fr-FR" b="0" i="0" dirty="0">
                <a:solidFill>
                  <a:srgbClr val="D1D5DB"/>
                </a:solidFill>
                <a:effectLst/>
                <a:latin typeface="Söhne"/>
              </a:rPr>
              <a:t>Produit </a:t>
            </a:r>
            <a:r>
              <a:rPr lang="fr-FR" b="0" i="0" dirty="0" err="1">
                <a:solidFill>
                  <a:srgbClr val="D1D5DB"/>
                </a:solidFill>
                <a:effectLst/>
                <a:latin typeface="Söhne"/>
              </a:rPr>
              <a:t>Retail</a:t>
            </a:r>
            <a:r>
              <a:rPr lang="fr-FR" b="0" i="0" dirty="0">
                <a:solidFill>
                  <a:srgbClr val="D1D5DB"/>
                </a:solidFill>
                <a:effectLst/>
                <a:latin typeface="Söhne"/>
              </a:rPr>
              <a:t> </a:t>
            </a:r>
            <a:r>
              <a:rPr lang="fr-FR" b="0" i="0" dirty="0" err="1">
                <a:solidFill>
                  <a:srgbClr val="D1D5DB"/>
                </a:solidFill>
                <a:effectLst/>
                <a:latin typeface="Söhne"/>
              </a:rPr>
              <a:t>next</a:t>
            </a:r>
            <a:r>
              <a:rPr lang="fr-FR" b="0" i="0" dirty="0">
                <a:solidFill>
                  <a:srgbClr val="D1D5DB"/>
                </a:solidFill>
                <a:effectLst/>
                <a:latin typeface="Söhne"/>
              </a:rPr>
              <a:t> utilise des capteurs et des caméra pour faire l’</a:t>
            </a:r>
            <a:r>
              <a:rPr lang="fr-FR" b="0" i="0" dirty="0" err="1">
                <a:solidFill>
                  <a:srgbClr val="D1D5DB"/>
                </a:solidFill>
                <a:effectLst/>
                <a:latin typeface="Söhne"/>
              </a:rPr>
              <a:t>anlyse</a:t>
            </a:r>
            <a:r>
              <a:rPr lang="fr-FR" b="0" i="0" dirty="0">
                <a:solidFill>
                  <a:srgbClr val="D1D5DB"/>
                </a:solidFill>
                <a:effectLst/>
                <a:latin typeface="Söhne"/>
              </a:rPr>
              <a:t> des client , société </a:t>
            </a:r>
            <a:r>
              <a:rPr lang="fr-FR" b="0" i="0" dirty="0" err="1">
                <a:solidFill>
                  <a:srgbClr val="D1D5DB"/>
                </a:solidFill>
                <a:effectLst/>
                <a:latin typeface="Söhne"/>
              </a:rPr>
              <a:t>chinoisse</a:t>
            </a:r>
            <a:endParaRPr lang="fr-FR" b="0" i="0" dirty="0">
              <a:solidFill>
                <a:srgbClr val="D1D5DB"/>
              </a:solidFill>
              <a:effectLst/>
              <a:latin typeface="Söhne"/>
            </a:endParaRPr>
          </a:p>
        </p:txBody>
      </p:sp>
    </p:spTree>
    <p:extLst>
      <p:ext uri="{BB962C8B-B14F-4D97-AF65-F5344CB8AC3E}">
        <p14:creationId xmlns:p14="http://schemas.microsoft.com/office/powerpoint/2010/main" val="99071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fr-FR" sz="1800" dirty="0">
                <a:effectLst/>
                <a:latin typeface="Calibri" panose="020F0502020204030204" pitchFamily="34" charset="0"/>
                <a:ea typeface="Calibri" panose="020F0502020204030204" pitchFamily="34" charset="0"/>
                <a:cs typeface="Arial" panose="020B0604020202020204" pitchFamily="34" charset="0"/>
              </a:rPr>
              <a:t>Il est important de noter que les projets </a:t>
            </a:r>
            <a:r>
              <a:rPr lang="fr-FR" sz="1800" dirty="0" err="1">
                <a:effectLst/>
                <a:latin typeface="Calibri" panose="020F0502020204030204" pitchFamily="34" charset="0"/>
                <a:ea typeface="Calibri" panose="020F0502020204030204" pitchFamily="34" charset="0"/>
                <a:cs typeface="Arial" panose="020B0604020202020204" pitchFamily="34" charset="0"/>
              </a:rPr>
              <a:t>RetailNext</a:t>
            </a:r>
            <a:r>
              <a:rPr lang="fr-FR" sz="1800" dirty="0">
                <a:effectLst/>
                <a:latin typeface="Calibri" panose="020F0502020204030204" pitchFamily="34" charset="0"/>
                <a:ea typeface="Calibri" panose="020F0502020204030204" pitchFamily="34" charset="0"/>
                <a:cs typeface="Arial" panose="020B0604020202020204" pitchFamily="34" charset="0"/>
              </a:rPr>
              <a:t> et </a:t>
            </a:r>
            <a:r>
              <a:rPr lang="fr-FR" sz="1800" dirty="0" err="1">
                <a:effectLst/>
                <a:latin typeface="Calibri" panose="020F0502020204030204" pitchFamily="34" charset="0"/>
                <a:ea typeface="Calibri" panose="020F0502020204030204" pitchFamily="34" charset="0"/>
                <a:cs typeface="Arial" panose="020B0604020202020204" pitchFamily="34" charset="0"/>
              </a:rPr>
              <a:t>SmartEye</a:t>
            </a:r>
            <a:r>
              <a:rPr lang="fr-FR" sz="1800" dirty="0">
                <a:effectLst/>
                <a:latin typeface="Calibri" panose="020F0502020204030204" pitchFamily="34" charset="0"/>
                <a:ea typeface="Calibri" panose="020F0502020204030204" pitchFamily="34" charset="0"/>
                <a:cs typeface="Arial" panose="020B0604020202020204" pitchFamily="34" charset="0"/>
              </a:rPr>
              <a:t> ont réussi à offrir des solutions de surveillance et d’</a:t>
            </a:r>
            <a:r>
              <a:rPr lang="fr-FR" sz="1800" dirty="0" err="1">
                <a:effectLst/>
                <a:latin typeface="Calibri" panose="020F0502020204030204" pitchFamily="34" charset="0"/>
                <a:ea typeface="Calibri" panose="020F0502020204030204" pitchFamily="34" charset="0"/>
                <a:cs typeface="Arial" panose="020B0604020202020204" pitchFamily="34" charset="0"/>
              </a:rPr>
              <a:t>anaylse</a:t>
            </a:r>
            <a:r>
              <a:rPr lang="fr-FR" sz="1800" dirty="0">
                <a:effectLst/>
                <a:latin typeface="Calibri" panose="020F0502020204030204" pitchFamily="34" charset="0"/>
                <a:ea typeface="Calibri" panose="020F0502020204030204" pitchFamily="34" charset="0"/>
                <a:cs typeface="Arial" panose="020B0604020202020204" pitchFamily="34" charset="0"/>
              </a:rPr>
              <a:t> de des clients </a:t>
            </a:r>
            <a:r>
              <a:rPr lang="fr-FR" sz="1800" dirty="0">
                <a:solidFill>
                  <a:srgbClr val="000000"/>
                </a:solidFill>
                <a:effectLst/>
                <a:latin typeface="Times New Roman" panose="02020603050405020304" pitchFamily="18" charset="0"/>
                <a:ea typeface="Calibri" panose="020F0502020204030204" pitchFamily="34" charset="0"/>
              </a:rPr>
              <a:t>Cependant, ces deux projets ont des limitations qui peuvent être critiques pour certains utilisateurs.</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fr-FR" sz="1800" dirty="0"/>
              <a:t>Cout : la mise en place d'un système de </a:t>
            </a:r>
            <a:r>
              <a:rPr lang="fr-FR" sz="1800" dirty="0" err="1"/>
              <a:t>retial</a:t>
            </a:r>
            <a:r>
              <a:rPr lang="fr-FR" sz="1800" dirty="0"/>
              <a:t> </a:t>
            </a:r>
            <a:r>
              <a:rPr lang="fr-FR" sz="1800" dirty="0" err="1"/>
              <a:t>next</a:t>
            </a:r>
            <a:r>
              <a:rPr lang="fr-FR" sz="1800" dirty="0"/>
              <a:t> il cout chère ou il y a plusieurs capteurs et des caméra , </a:t>
            </a:r>
            <a:r>
              <a:rPr lang="fr-FR" sz="1800" dirty="0" err="1"/>
              <a:t>hikvision</a:t>
            </a:r>
            <a:r>
              <a:rPr lang="fr-FR" sz="1800" dirty="0"/>
              <a:t> aussi ou il y a une caméra avec un serveur pour le traitement</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fr-FR" sz="1800" dirty="0">
                <a:solidFill>
                  <a:srgbClr val="000000"/>
                </a:solidFill>
                <a:effectLst/>
                <a:latin typeface="Times New Roman" panose="02020603050405020304" pitchFamily="18" charset="0"/>
                <a:ea typeface="Calibri" panose="020F0502020204030204" pitchFamily="34" charset="0"/>
              </a:rPr>
              <a:t>Maintenance : </a:t>
            </a:r>
            <a:r>
              <a:rPr lang="fr-FR" sz="1800" dirty="0" err="1">
                <a:effectLst/>
                <a:latin typeface="Calibri" panose="020F0502020204030204" pitchFamily="34" charset="0"/>
                <a:ea typeface="Calibri" panose="020F0502020204030204" pitchFamily="34" charset="0"/>
                <a:cs typeface="Arial" panose="020B0604020202020204" pitchFamily="34" charset="0"/>
              </a:rPr>
              <a:t>RetailNext</a:t>
            </a:r>
            <a:r>
              <a:rPr lang="fr-FR" sz="1800" dirty="0">
                <a:effectLst/>
                <a:latin typeface="Calibri" panose="020F0502020204030204" pitchFamily="34" charset="0"/>
                <a:ea typeface="Calibri" panose="020F0502020204030204" pitchFamily="34" charset="0"/>
                <a:cs typeface="Arial" panose="020B0604020202020204" pitchFamily="34" charset="0"/>
              </a:rPr>
              <a:t> utilise des capteurs de mouvement et des caméras pour collecter des données sur les clients, ce qui peut être coûteux en termes de mise en place et de maintenance</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fr-FR" sz="1800" dirty="0" err="1">
                <a:effectLst/>
                <a:latin typeface="Calibri" panose="020F0502020204030204" pitchFamily="34" charset="0"/>
                <a:ea typeface="Calibri" panose="020F0502020204030204" pitchFamily="34" charset="0"/>
                <a:cs typeface="Arial" panose="020B0604020202020204" pitchFamily="34" charset="0"/>
              </a:rPr>
              <a:t>SmartEye</a:t>
            </a:r>
            <a:r>
              <a:rPr lang="fr-FR" sz="1800" dirty="0">
                <a:effectLst/>
                <a:latin typeface="Calibri" panose="020F0502020204030204" pitchFamily="34" charset="0"/>
                <a:ea typeface="Calibri" panose="020F0502020204030204" pitchFamily="34" charset="0"/>
                <a:cs typeface="Arial" panose="020B0604020202020204" pitchFamily="34" charset="0"/>
              </a:rPr>
              <a:t>, quant à lui, utilise un serveur distant pour l'analyse des données, ce qui peut soulever des préoccupations en matière de sécurité et de confidentialité des données. </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fr-FR" sz="1800" dirty="0">
              <a:solidFill>
                <a:srgbClr val="000000"/>
              </a:solidFill>
              <a:effectLst/>
              <a:latin typeface="Times New Roman" panose="02020603050405020304" pitchFamily="18" charset="0"/>
              <a:ea typeface="Calibri" panose="020F0502020204030204" pitchFamily="34" charset="0"/>
            </a:endParaRPr>
          </a:p>
          <a:p>
            <a:pPr algn="l"/>
            <a:endParaRPr lang="fr-FR" b="0" i="0" dirty="0">
              <a:solidFill>
                <a:srgbClr val="D1D5DB"/>
              </a:solidFill>
              <a:effectLst/>
              <a:latin typeface="Söhne"/>
            </a:endParaRPr>
          </a:p>
        </p:txBody>
      </p:sp>
    </p:spTree>
    <p:extLst>
      <p:ext uri="{BB962C8B-B14F-4D97-AF65-F5344CB8AC3E}">
        <p14:creationId xmlns:p14="http://schemas.microsoft.com/office/powerpoint/2010/main" val="35231452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3200" b="0" i="0" dirty="0">
                <a:solidFill>
                  <a:srgbClr val="D1D5DB"/>
                </a:solidFill>
                <a:effectLst/>
                <a:latin typeface="Söhne"/>
              </a:rPr>
              <a:t>Ma solution repose sur l'utilisation de caméras connectées à une carte embarquée, intégrant plusieurs applications de gestion des employées , gestion des stocks ,d'analyse des clients. Cette approche permet de mieux comprendre les besoins des clients et d'assurer leur satisfaction totale. De plus, elle offre une gestion optimisée des employés et des stocks. Toutes ces applications sont accessibles via une interface web déployée sur la carte embarquée, accessible aux utilisateurs connectés au même réseau Wi-Fi que la carte. Cette solution offre une meilleure coordination entre les différents aspects du commerce, favorisant ainsi une expérience client améliorée et une efficacité accrue dans la gestion des opérations.</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t/>
            </a:r>
            <a:br>
              <a:rPr lang="fr-FR" dirty="0"/>
            </a:br>
            <a:endParaRPr lang="en-US" dirty="0"/>
          </a:p>
        </p:txBody>
      </p:sp>
    </p:spTree>
    <p:extLst>
      <p:ext uri="{BB962C8B-B14F-4D97-AF65-F5344CB8AC3E}">
        <p14:creationId xmlns:p14="http://schemas.microsoft.com/office/powerpoint/2010/main" val="3198231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US" dirty="0"/>
          </a:p>
        </p:txBody>
      </p:sp>
    </p:spTree>
    <p:extLst>
      <p:ext uri="{BB962C8B-B14F-4D97-AF65-F5344CB8AC3E}">
        <p14:creationId xmlns:p14="http://schemas.microsoft.com/office/powerpoint/2010/main" val="33648990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6e552fcb8f_0_12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g6e552fcb8f_0_12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Passons maintenant à la deuxième partie pour l’analyse et spécification des besoins.</a:t>
            </a:r>
            <a:endParaRPr dirty="0"/>
          </a:p>
        </p:txBody>
      </p:sp>
    </p:spTree>
    <p:extLst>
      <p:ext uri="{BB962C8B-B14F-4D97-AF65-F5344CB8AC3E}">
        <p14:creationId xmlns:p14="http://schemas.microsoft.com/office/powerpoint/2010/main" val="33272598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	</a:t>
            </a:r>
            <a:r>
              <a:rPr lang="en-US" dirty="0" err="1"/>
              <a:t>Diagramme</a:t>
            </a:r>
            <a:r>
              <a:rPr lang="en-US" dirty="0"/>
              <a:t> de </a:t>
            </a:r>
            <a:r>
              <a:rPr lang="en-US" dirty="0" err="1"/>
              <a:t>cas</a:t>
            </a:r>
            <a:r>
              <a:rPr lang="en-US" dirty="0"/>
              <a:t> </a:t>
            </a:r>
            <a:r>
              <a:rPr lang="en-US" dirty="0" err="1"/>
              <a:t>d’utilisation</a:t>
            </a:r>
            <a:r>
              <a:rPr lang="en-US" dirty="0"/>
              <a:t> de </a:t>
            </a:r>
            <a:r>
              <a:rPr lang="en-US" dirty="0" err="1"/>
              <a:t>l’application</a:t>
            </a:r>
            <a:r>
              <a:rPr lang="en-US" dirty="0"/>
              <a:t> WEB </a:t>
            </a:r>
          </a:p>
          <a:p>
            <a:pPr marL="158750" indent="0">
              <a:buNone/>
            </a:pPr>
            <a:r>
              <a:rPr lang="fr-FR" dirty="0"/>
              <a:t>Le diagramme de cas d’utilisation </a:t>
            </a:r>
            <a:r>
              <a:rPr lang="fr-FR" dirty="0" err="1"/>
              <a:t>general</a:t>
            </a:r>
            <a:r>
              <a:rPr lang="fr-FR" dirty="0"/>
              <a:t> nous permet de voir d’une façon simplifiée et claire les besoins fonctionnels que nous pouvons effectuer à travers notre solution. </a:t>
            </a:r>
            <a:endParaRPr lang="en-US" dirty="0"/>
          </a:p>
          <a:p>
            <a:pPr marL="158750" indent="0">
              <a:buNone/>
            </a:pPr>
            <a:endParaRPr lang="en-US" dirty="0"/>
          </a:p>
          <a:p>
            <a:pPr marL="158750" indent="0">
              <a:buNone/>
            </a:pPr>
            <a:r>
              <a:rPr lang="en-US" dirty="0"/>
              <a:t>Connecter au reseau on a la </a:t>
            </a:r>
            <a:r>
              <a:rPr lang="en-US" dirty="0" err="1"/>
              <a:t>besoin</a:t>
            </a:r>
            <a:r>
              <a:rPr lang="en-US" dirty="0"/>
              <a:t> de </a:t>
            </a:r>
            <a:r>
              <a:rPr lang="en-US" dirty="0" err="1"/>
              <a:t>gerer</a:t>
            </a:r>
            <a:r>
              <a:rPr lang="en-US" dirty="0"/>
              <a:t> la camera  a distance tout par </a:t>
            </a:r>
            <a:r>
              <a:rPr lang="en-US" dirty="0" err="1"/>
              <a:t>une</a:t>
            </a:r>
            <a:r>
              <a:rPr lang="en-US" dirty="0"/>
              <a:t> interface web </a:t>
            </a:r>
            <a:r>
              <a:rPr lang="en-US" dirty="0" err="1"/>
              <a:t>deployé</a:t>
            </a:r>
            <a:r>
              <a:rPr lang="en-US" dirty="0"/>
              <a:t> sur la carte </a:t>
            </a:r>
            <a:r>
              <a:rPr lang="en-US" dirty="0" err="1"/>
              <a:t>embarqué</a:t>
            </a:r>
            <a:endParaRPr lang="en-US" dirty="0"/>
          </a:p>
        </p:txBody>
      </p:sp>
    </p:spTree>
    <p:extLst>
      <p:ext uri="{BB962C8B-B14F-4D97-AF65-F5344CB8AC3E}">
        <p14:creationId xmlns:p14="http://schemas.microsoft.com/office/powerpoint/2010/main" val="18277654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	</a:t>
            </a:r>
            <a:r>
              <a:rPr lang="en-US" dirty="0" err="1"/>
              <a:t>Diagramme</a:t>
            </a:r>
            <a:r>
              <a:rPr lang="en-US" dirty="0"/>
              <a:t> de </a:t>
            </a:r>
            <a:r>
              <a:rPr lang="en-US" dirty="0" err="1"/>
              <a:t>cas</a:t>
            </a:r>
            <a:r>
              <a:rPr lang="en-US" dirty="0"/>
              <a:t> </a:t>
            </a:r>
            <a:r>
              <a:rPr lang="en-US" dirty="0" err="1"/>
              <a:t>d’utilisation</a:t>
            </a:r>
            <a:r>
              <a:rPr lang="en-US" dirty="0"/>
              <a:t> de </a:t>
            </a:r>
            <a:r>
              <a:rPr lang="en-US" dirty="0" err="1"/>
              <a:t>l’application</a:t>
            </a:r>
            <a:r>
              <a:rPr lang="en-US" dirty="0"/>
              <a:t> WEB </a:t>
            </a:r>
          </a:p>
          <a:p>
            <a:pPr marL="158750" indent="0">
              <a:buNone/>
            </a:pPr>
            <a:r>
              <a:rPr lang="fr-FR" dirty="0"/>
              <a:t>Le diagramme de cas d’utilisation nous permet de voir d’une façon simplifiée et claire les besoins fonctionnels que nous pouvons effectuer à travers notre solution. </a:t>
            </a:r>
            <a:endParaRPr lang="en-US" dirty="0"/>
          </a:p>
          <a:p>
            <a:pPr marL="158750" indent="0">
              <a:buNone/>
            </a:pPr>
            <a:endParaRPr lang="en-US" dirty="0"/>
          </a:p>
          <a:p>
            <a:pPr marL="158750" indent="0">
              <a:buNone/>
            </a:pPr>
            <a:r>
              <a:rPr lang="en-US" dirty="0" err="1"/>
              <a:t>J’ai</a:t>
            </a:r>
            <a:r>
              <a:rPr lang="en-US" dirty="0"/>
              <a:t> passer la </a:t>
            </a:r>
            <a:r>
              <a:rPr lang="en-US" dirty="0" err="1"/>
              <a:t>plûpart</a:t>
            </a:r>
            <a:r>
              <a:rPr lang="en-US" dirty="0"/>
              <a:t> du temps dans la </a:t>
            </a:r>
            <a:r>
              <a:rPr lang="en-US" dirty="0" err="1"/>
              <a:t>besoin</a:t>
            </a:r>
            <a:r>
              <a:rPr lang="en-US" dirty="0"/>
              <a:t> d </a:t>
            </a:r>
            <a:r>
              <a:rPr lang="en-US" dirty="0" err="1"/>
              <a:t>l’optimization</a:t>
            </a:r>
            <a:r>
              <a:rPr lang="en-US" dirty="0"/>
              <a:t>  j ai </a:t>
            </a:r>
            <a:r>
              <a:rPr lang="en-US" dirty="0" err="1"/>
              <a:t>dédié</a:t>
            </a:r>
            <a:endParaRPr lang="en-US" dirty="0"/>
          </a:p>
        </p:txBody>
      </p:sp>
    </p:spTree>
    <p:extLst>
      <p:ext uri="{BB962C8B-B14F-4D97-AF65-F5344CB8AC3E}">
        <p14:creationId xmlns:p14="http://schemas.microsoft.com/office/powerpoint/2010/main" val="6762348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Pour </a:t>
            </a:r>
            <a:r>
              <a:rPr lang="en-US" dirty="0" err="1"/>
              <a:t>mieux</a:t>
            </a:r>
            <a:r>
              <a:rPr lang="en-US" dirty="0"/>
              <a:t> détailler </a:t>
            </a:r>
            <a:r>
              <a:rPr lang="fr-FR" dirty="0"/>
              <a:t>les interactions entre les composants du projet on utilise les diagrammes de séquences </a:t>
            </a:r>
            <a:endParaRPr lang="en-US" dirty="0"/>
          </a:p>
          <a:p>
            <a:pPr marL="158750" indent="0">
              <a:buNone/>
            </a:pPr>
            <a:r>
              <a:rPr lang="fr-FR" dirty="0"/>
              <a:t>Ceci est le diagramme de séquence d’authentification </a:t>
            </a:r>
          </a:p>
          <a:p>
            <a:pPr marL="158750" indent="0">
              <a:buNone/>
            </a:pPr>
            <a:r>
              <a:rPr lang="fr-FR" sz="1800" dirty="0">
                <a:effectLst/>
                <a:latin typeface="Times New Roman" panose="02020603050405020304" pitchFamily="18" charset="0"/>
                <a:ea typeface="Franklin Gothic Book" panose="020B0503020102020204" pitchFamily="34" charset="0"/>
              </a:rPr>
              <a:t>l’utilisateur doit introduire son identifiant et son mot de </a:t>
            </a:r>
            <a:r>
              <a:rPr lang="fr-FR" sz="1800" dirty="0" err="1">
                <a:effectLst/>
                <a:latin typeface="Times New Roman" panose="02020603050405020304" pitchFamily="18" charset="0"/>
                <a:ea typeface="Franklin Gothic Book" panose="020B0503020102020204" pitchFamily="34" charset="0"/>
              </a:rPr>
              <a:t>passe.dans</a:t>
            </a:r>
            <a:r>
              <a:rPr lang="fr-FR" sz="1800" dirty="0">
                <a:effectLst/>
                <a:latin typeface="Times New Roman" panose="02020603050405020304" pitchFamily="18" charset="0"/>
                <a:ea typeface="Franklin Gothic Book" panose="020B0503020102020204" pitchFamily="34" charset="0"/>
              </a:rPr>
              <a:t> l’interface d’authentification </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800" dirty="0">
                <a:effectLst/>
                <a:latin typeface="Times New Roman" panose="02020603050405020304" pitchFamily="18" charset="0"/>
              </a:rPr>
              <a:t>L’application va </a:t>
            </a:r>
            <a:r>
              <a:rPr lang="fr-FR" sz="1800" dirty="0" err="1">
                <a:effectLst/>
                <a:latin typeface="Times New Roman" panose="02020603050405020304" pitchFamily="18" charset="0"/>
              </a:rPr>
              <a:t>verifier</a:t>
            </a:r>
            <a:r>
              <a:rPr lang="fr-FR" sz="1800" dirty="0">
                <a:effectLst/>
                <a:latin typeface="Times New Roman" panose="02020603050405020304" pitchFamily="18" charset="0"/>
              </a:rPr>
              <a:t> ses données dans la base, </a:t>
            </a:r>
            <a:r>
              <a:rPr lang="fr-FR" sz="1800" dirty="0">
                <a:effectLst/>
                <a:latin typeface="Times New Roman" panose="02020603050405020304" pitchFamily="18" charset="0"/>
                <a:ea typeface="Franklin Gothic Book" panose="020B0503020102020204" pitchFamily="34" charset="0"/>
                <a:cs typeface="Times New Roman" panose="02020603050405020304" pitchFamily="18" charset="0"/>
              </a:rPr>
              <a:t>Si l’authentification est réussite l’interface d’accueil est affichée et l’utilisateur pourra accéder à l’application.</a:t>
            </a:r>
            <a:endParaRPr lang="fr-FR" sz="1800" dirty="0">
              <a:effectLst/>
              <a:latin typeface="Franklin Gothic Book" panose="020B0503020102020204" pitchFamily="34" charset="0"/>
              <a:ea typeface="Franklin Gothic Book" panose="020B0503020102020204" pitchFamily="34" charset="0"/>
              <a:cs typeface="Times New Roman" panose="02020603050405020304" pitchFamily="18" charset="0"/>
            </a:endParaRPr>
          </a:p>
          <a:p>
            <a:pPr marL="158750" indent="0">
              <a:buNone/>
            </a:pPr>
            <a:endParaRPr lang="fr-FR" dirty="0"/>
          </a:p>
        </p:txBody>
      </p:sp>
    </p:spTree>
    <p:extLst>
      <p:ext uri="{BB962C8B-B14F-4D97-AF65-F5344CB8AC3E}">
        <p14:creationId xmlns:p14="http://schemas.microsoft.com/office/powerpoint/2010/main" val="39206557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fr-FR" dirty="0"/>
              <a:t>Ceci un exemple de diagramme de séquence de consultation des données en heure</a:t>
            </a:r>
          </a:p>
          <a:p>
            <a:pPr marL="158750" indent="0">
              <a:buNone/>
            </a:pPr>
            <a:r>
              <a:rPr lang="fr-FR" dirty="0"/>
              <a:t>L’utilisateur demande l’</a:t>
            </a:r>
            <a:r>
              <a:rPr lang="fr-FR" dirty="0" err="1"/>
              <a:t>accés</a:t>
            </a:r>
            <a:r>
              <a:rPr lang="fr-FR" dirty="0"/>
              <a:t> a l’interface, qui extrait les données depuis l’application </a:t>
            </a:r>
            <a:r>
              <a:rPr lang="fr-FR" dirty="0" err="1"/>
              <a:t>react</a:t>
            </a:r>
            <a:r>
              <a:rPr lang="fr-FR" dirty="0"/>
              <a:t> (serveur) qui sont lu a travers des données stockés dans la </a:t>
            </a:r>
            <a:r>
              <a:rPr lang="fr-FR" dirty="0" err="1"/>
              <a:t>firebase</a:t>
            </a:r>
            <a:r>
              <a:rPr lang="fr-FR" dirty="0"/>
              <a:t>,</a:t>
            </a:r>
          </a:p>
          <a:p>
            <a:pPr marL="158750" indent="0">
              <a:buNone/>
            </a:pPr>
            <a:r>
              <a:rPr lang="fr-FR" dirty="0"/>
              <a:t>De même pour la consultation des interfaces </a:t>
            </a:r>
            <a:r>
              <a:rPr lang="fr-FR" dirty="0" err="1"/>
              <a:t>days</a:t>
            </a:r>
            <a:r>
              <a:rPr lang="fr-FR" dirty="0"/>
              <a:t> et </a:t>
            </a:r>
            <a:r>
              <a:rPr lang="fr-FR" dirty="0" err="1"/>
              <a:t>months</a:t>
            </a:r>
            <a:r>
              <a:rPr lang="fr-FR" dirty="0"/>
              <a:t> , </a:t>
            </a:r>
          </a:p>
        </p:txBody>
      </p:sp>
    </p:spTree>
    <p:extLst>
      <p:ext uri="{BB962C8B-B14F-4D97-AF65-F5344CB8AC3E}">
        <p14:creationId xmlns:p14="http://schemas.microsoft.com/office/powerpoint/2010/main" val="33615900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6e552fcb8f_0_12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g6e552fcb8f_0_12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baseline="0" dirty="0"/>
              <a:t>Passons maintenant au choix des équipements</a:t>
            </a:r>
            <a:endParaRPr dirty="0"/>
          </a:p>
        </p:txBody>
      </p:sp>
    </p:spTree>
    <p:extLst>
      <p:ext uri="{BB962C8B-B14F-4D97-AF65-F5344CB8AC3E}">
        <p14:creationId xmlns:p14="http://schemas.microsoft.com/office/powerpoint/2010/main" val="25332434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US" b="0" i="0" dirty="0">
                <a:solidFill>
                  <a:srgbClr val="D1D5DB"/>
                </a:solidFill>
                <a:effectLst/>
                <a:latin typeface="Söhne"/>
              </a:rPr>
              <a:t>L</a:t>
            </a:r>
            <a:r>
              <a:rPr lang="fr-FR" b="0" i="0" dirty="0">
                <a:solidFill>
                  <a:srgbClr val="D1D5DB"/>
                </a:solidFill>
                <a:effectLst/>
                <a:latin typeface="Söhne"/>
              </a:rPr>
              <a:t>es 3 fameuse application de computer visions </a:t>
            </a:r>
            <a:r>
              <a:rPr lang="fr-FR" b="0" i="0" dirty="0" err="1">
                <a:solidFill>
                  <a:srgbClr val="D1D5DB"/>
                </a:solidFill>
                <a:effectLst/>
                <a:latin typeface="Söhne"/>
              </a:rPr>
              <a:t>qu</a:t>
            </a:r>
            <a:r>
              <a:rPr lang="fr-FR" b="0" i="0" dirty="0">
                <a:solidFill>
                  <a:srgbClr val="D1D5DB"/>
                </a:solidFill>
                <a:effectLst/>
                <a:latin typeface="Söhne"/>
              </a:rPr>
              <a:t> on va utiliser dans notre projet est la </a:t>
            </a:r>
            <a:r>
              <a:rPr lang="fr-FR" b="0" i="0" dirty="0" err="1">
                <a:solidFill>
                  <a:srgbClr val="D1D5DB"/>
                </a:solidFill>
                <a:effectLst/>
                <a:latin typeface="Söhne"/>
              </a:rPr>
              <a:t>detection</a:t>
            </a:r>
            <a:r>
              <a:rPr lang="fr-FR" b="0" i="0" dirty="0">
                <a:solidFill>
                  <a:srgbClr val="D1D5DB"/>
                </a:solidFill>
                <a:effectLst/>
                <a:latin typeface="Söhne"/>
              </a:rPr>
              <a:t> de </a:t>
            </a:r>
            <a:r>
              <a:rPr lang="fr-FR" b="0" i="0" dirty="0" err="1">
                <a:solidFill>
                  <a:srgbClr val="D1D5DB"/>
                </a:solidFill>
                <a:effectLst/>
                <a:latin typeface="Söhne"/>
              </a:rPr>
              <a:t>visgae</a:t>
            </a:r>
            <a:r>
              <a:rPr lang="fr-FR" b="0" i="0" dirty="0">
                <a:solidFill>
                  <a:srgbClr val="D1D5DB"/>
                </a:solidFill>
                <a:effectLst/>
                <a:latin typeface="Söhne"/>
              </a:rPr>
              <a:t> pour tracké et détecter les personnes , face </a:t>
            </a:r>
            <a:r>
              <a:rPr lang="fr-FR" b="0" i="0" dirty="0" err="1">
                <a:solidFill>
                  <a:srgbClr val="D1D5DB"/>
                </a:solidFill>
                <a:effectLst/>
                <a:latin typeface="Söhne"/>
              </a:rPr>
              <a:t>analysis</a:t>
            </a:r>
            <a:r>
              <a:rPr lang="fr-FR" b="0" i="0" dirty="0">
                <a:solidFill>
                  <a:srgbClr val="D1D5DB"/>
                </a:solidFill>
                <a:effectLst/>
                <a:latin typeface="Söhne"/>
              </a:rPr>
              <a:t> pour l analyse de </a:t>
            </a:r>
            <a:r>
              <a:rPr lang="fr-FR" b="0" i="0" dirty="0" err="1">
                <a:solidFill>
                  <a:srgbClr val="D1D5DB"/>
                </a:solidFill>
                <a:effectLst/>
                <a:latin typeface="Söhne"/>
              </a:rPr>
              <a:t>d’age</a:t>
            </a:r>
            <a:r>
              <a:rPr lang="fr-FR" b="0" i="0" dirty="0">
                <a:solidFill>
                  <a:srgbClr val="D1D5DB"/>
                </a:solidFill>
                <a:effectLst/>
                <a:latin typeface="Söhne"/>
              </a:rPr>
              <a:t>  et de sexe des personnes et la reconnaissance par visage pour </a:t>
            </a:r>
            <a:r>
              <a:rPr lang="fr-FR" b="0" i="0" dirty="0" err="1">
                <a:solidFill>
                  <a:srgbClr val="D1D5DB"/>
                </a:solidFill>
                <a:effectLst/>
                <a:latin typeface="Söhne"/>
              </a:rPr>
              <a:t>recoinnaitre</a:t>
            </a:r>
            <a:r>
              <a:rPr lang="fr-FR" b="0" i="0" dirty="0">
                <a:solidFill>
                  <a:srgbClr val="D1D5DB"/>
                </a:solidFill>
                <a:effectLst/>
                <a:latin typeface="Söhne"/>
              </a:rPr>
              <a:t> les personnes par son visage</a:t>
            </a:r>
          </a:p>
        </p:txBody>
      </p:sp>
    </p:spTree>
    <p:extLst>
      <p:ext uri="{BB962C8B-B14F-4D97-AF65-F5344CB8AC3E}">
        <p14:creationId xmlns:p14="http://schemas.microsoft.com/office/powerpoint/2010/main" val="19017332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6e552fcb8f_0_12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g6e552fcb8f_0_12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baseline="0" dirty="0"/>
              <a:t>Passons maintenant au choix des équipements</a:t>
            </a:r>
            <a:endParaRPr dirty="0"/>
          </a:p>
        </p:txBody>
      </p:sp>
    </p:spTree>
    <p:extLst>
      <p:ext uri="{BB962C8B-B14F-4D97-AF65-F5344CB8AC3E}">
        <p14:creationId xmlns:p14="http://schemas.microsoft.com/office/powerpoint/2010/main" val="15725141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914400" lvl="1" indent="-298450" rtl="0">
              <a:buFontTx/>
              <a:buChar char="-"/>
            </a:pPr>
            <a:r>
              <a:rPr lang="fr-FR" b="0" i="0" dirty="0">
                <a:solidFill>
                  <a:srgbClr val="D1D5DB"/>
                </a:solidFill>
                <a:effectLst/>
                <a:latin typeface="Söhne"/>
              </a:rPr>
              <a:t>Le </a:t>
            </a:r>
            <a:r>
              <a:rPr lang="fr-FR" b="0" i="0" dirty="0" err="1">
                <a:solidFill>
                  <a:srgbClr val="D1D5DB"/>
                </a:solidFill>
                <a:effectLst/>
                <a:latin typeface="Söhne"/>
              </a:rPr>
              <a:t>Jetson</a:t>
            </a:r>
            <a:r>
              <a:rPr lang="fr-FR" b="0" i="0" dirty="0">
                <a:solidFill>
                  <a:srgbClr val="D1D5DB"/>
                </a:solidFill>
                <a:effectLst/>
                <a:latin typeface="Söhne"/>
              </a:rPr>
              <a:t> Nano est un ordinateur </a:t>
            </a:r>
            <a:r>
              <a:rPr lang="fr-FR" b="0" i="0" dirty="0" err="1">
                <a:solidFill>
                  <a:srgbClr val="D1D5DB"/>
                </a:solidFill>
                <a:effectLst/>
                <a:latin typeface="Söhne"/>
              </a:rPr>
              <a:t>monocarte</a:t>
            </a:r>
            <a:r>
              <a:rPr lang="fr-FR" b="0" i="0" dirty="0">
                <a:solidFill>
                  <a:srgbClr val="D1D5DB"/>
                </a:solidFill>
                <a:effectLst/>
                <a:latin typeface="Söhne"/>
              </a:rPr>
              <a:t> (single-</a:t>
            </a:r>
            <a:r>
              <a:rPr lang="fr-FR" b="0" i="0" dirty="0" err="1">
                <a:solidFill>
                  <a:srgbClr val="D1D5DB"/>
                </a:solidFill>
                <a:effectLst/>
                <a:latin typeface="Söhne"/>
              </a:rPr>
              <a:t>board</a:t>
            </a:r>
            <a:r>
              <a:rPr lang="fr-FR" b="0" i="0" dirty="0">
                <a:solidFill>
                  <a:srgbClr val="D1D5DB"/>
                </a:solidFill>
                <a:effectLst/>
                <a:latin typeface="Söhne"/>
              </a:rPr>
              <a:t> computer) de petite taille, conçu spécifiquement pour les applications d'intelligence artificielle (IA) et de vision par ordinateur. Il est basé sur l'architecture ARM et est développé par NVIDIA. Le </a:t>
            </a:r>
            <a:r>
              <a:rPr lang="fr-FR" b="0" i="0" dirty="0" err="1">
                <a:solidFill>
                  <a:srgbClr val="D1D5DB"/>
                </a:solidFill>
                <a:effectLst/>
                <a:latin typeface="Söhne"/>
              </a:rPr>
              <a:t>Jetson</a:t>
            </a:r>
            <a:r>
              <a:rPr lang="fr-FR" b="0" i="0" dirty="0">
                <a:solidFill>
                  <a:srgbClr val="D1D5DB"/>
                </a:solidFill>
                <a:effectLst/>
                <a:latin typeface="Söhne"/>
              </a:rPr>
              <a:t> Nano est équipé d'un processeur ARM Cortex-A57 quadricœur, d'un processeur graphique NVIDIA Maxwell avec 128 cœurs CUDA</a:t>
            </a:r>
            <a:r>
              <a:rPr lang="en-US" b="0" i="0" dirty="0">
                <a:solidFill>
                  <a:srgbClr val="D1D5DB"/>
                </a:solidFill>
                <a:effectLst/>
                <a:latin typeface="Söhne"/>
              </a:rPr>
              <a:t>.</a:t>
            </a:r>
          </a:p>
          <a:p>
            <a:pPr marL="914400" lvl="1" indent="-298450" rtl="0">
              <a:buFontTx/>
              <a:buChar char="-"/>
            </a:pPr>
            <a:r>
              <a:rPr lang="fr-FR"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la carte porteuse </a:t>
            </a:r>
            <a:r>
              <a:rPr lang="fr-FR"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Seeed</a:t>
            </a:r>
            <a:r>
              <a:rPr lang="fr-FR"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A203 v2. Cette carte porteuse présente une taille réduite par rapport à la carte porteuse standard, tout en offrant les mêmes fonctionnalités.</a:t>
            </a:r>
            <a:endParaRPr lang="en-US" b="0" i="0" dirty="0">
              <a:solidFill>
                <a:srgbClr val="D1D5DB"/>
              </a:solidFill>
              <a:effectLst/>
              <a:latin typeface="Söhne"/>
            </a:endParaRPr>
          </a:p>
          <a:p>
            <a:pPr marL="914400" lvl="1" indent="-298450" rtl="0">
              <a:buFontTx/>
              <a:buChar char="-"/>
            </a:pPr>
            <a:r>
              <a:rPr lang="fr-FR" sz="1800" dirty="0">
                <a:solidFill>
                  <a:srgbClr val="000000"/>
                </a:solidFill>
                <a:effectLst/>
                <a:latin typeface="Times New Roman" panose="02020603050405020304" pitchFamily="18" charset="0"/>
                <a:ea typeface="Calibri" panose="020F0502020204030204" pitchFamily="34" charset="0"/>
              </a:rPr>
              <a:t>la caméra Pi Camera V2. En effet, cette caméra offre une qualité d'image élevée ainsi qu'une résolution d'image supérieure, ce qui est essentiel pour atteindre les résultats souhaités</a:t>
            </a:r>
          </a:p>
          <a:p>
            <a:pPr marL="914400" lvl="1" indent="-298450" rtl="0">
              <a:buFontTx/>
              <a:buChar char="-"/>
            </a:pPr>
            <a:r>
              <a:rPr lang="fr-FR" dirty="0"/>
              <a:t>- La carte réseau Intel AC8265 offre des performances élevées et une connectivité fiable, ce qui est essentiel pour notre </a:t>
            </a:r>
            <a:r>
              <a:rPr lang="fr-FR" dirty="0" err="1"/>
              <a:t>projet.Intel</a:t>
            </a:r>
            <a:r>
              <a:rPr lang="fr-FR" dirty="0"/>
              <a:t> AC8265 inclut la fonctionnalité de partage de connexion hotspot,</a:t>
            </a:r>
          </a:p>
        </p:txBody>
      </p:sp>
    </p:spTree>
    <p:extLst>
      <p:ext uri="{BB962C8B-B14F-4D97-AF65-F5344CB8AC3E}">
        <p14:creationId xmlns:p14="http://schemas.microsoft.com/office/powerpoint/2010/main" val="32814015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914400" lvl="1" indent="-298450">
              <a:buFontTx/>
              <a:buChar char="-"/>
            </a:pPr>
            <a:r>
              <a:rPr lang="en-US" sz="1100" b="0" i="0" u="none" strike="noStrike" cap="none" dirty="0" err="1">
                <a:solidFill>
                  <a:srgbClr val="000000"/>
                </a:solidFill>
                <a:latin typeface="Arial"/>
                <a:cs typeface="Arial"/>
                <a:sym typeface="Arial"/>
              </a:rPr>
              <a:t>Outil</a:t>
            </a:r>
            <a:r>
              <a:rPr lang="en-US" sz="1100" b="0" i="0" u="none" strike="noStrike" cap="none" dirty="0">
                <a:solidFill>
                  <a:srgbClr val="000000"/>
                </a:solidFill>
                <a:latin typeface="Arial"/>
                <a:cs typeface="Arial"/>
                <a:sym typeface="Arial"/>
              </a:rPr>
              <a:t> de </a:t>
            </a:r>
            <a:r>
              <a:rPr lang="en-US" sz="1100" b="0" i="0" u="none" strike="noStrike" cap="none" dirty="0" err="1">
                <a:solidFill>
                  <a:srgbClr val="000000"/>
                </a:solidFill>
                <a:latin typeface="Arial"/>
                <a:cs typeface="Arial"/>
                <a:sym typeface="Arial"/>
              </a:rPr>
              <a:t>refroidissement</a:t>
            </a:r>
            <a:r>
              <a:rPr lang="en-US" sz="1100" b="0" i="0" u="none" strike="noStrike" cap="none" dirty="0">
                <a:solidFill>
                  <a:srgbClr val="000000"/>
                </a:solidFill>
                <a:latin typeface="Arial"/>
                <a:cs typeface="Arial"/>
                <a:sym typeface="Arial"/>
              </a:rPr>
              <a:t> </a:t>
            </a:r>
            <a:r>
              <a:rPr lang="fr-FR" sz="1800" dirty="0" err="1">
                <a:effectLst/>
                <a:latin typeface="Calibri" panose="020F0502020204030204" pitchFamily="34" charset="0"/>
                <a:ea typeface="Calibri" panose="020F0502020204030204" pitchFamily="34" charset="0"/>
                <a:cs typeface="Arial" panose="020B0604020202020204" pitchFamily="34" charset="0"/>
              </a:rPr>
              <a:t>heatsink</a:t>
            </a:r>
            <a:r>
              <a:rPr lang="fr-FR" sz="1800" dirty="0">
                <a:effectLst/>
                <a:latin typeface="Calibri" panose="020F0502020204030204" pitchFamily="34" charset="0"/>
                <a:ea typeface="Calibri" panose="020F0502020204030204" pitchFamily="34" charset="0"/>
                <a:cs typeface="Arial" panose="020B0604020202020204" pitchFamily="34" charset="0"/>
              </a:rPr>
              <a:t> permet de transférer efficacement la chaleur du processeur vers l'air ambient</a:t>
            </a:r>
            <a:endParaRPr lang="en-US" sz="1100" b="0" i="0" u="none" strike="noStrike" cap="none" dirty="0">
              <a:solidFill>
                <a:srgbClr val="000000"/>
              </a:solidFill>
              <a:effectLst/>
              <a:latin typeface="Arial"/>
              <a:ea typeface="Calibri" panose="020F0502020204030204" pitchFamily="34" charset="0"/>
              <a:cs typeface="Arial"/>
              <a:sym typeface="Arial"/>
            </a:endParaRPr>
          </a:p>
          <a:p>
            <a:pPr marL="914400" lvl="1" indent="-298450">
              <a:buFontTx/>
              <a:buChar char="-"/>
            </a:pPr>
            <a:r>
              <a:rPr lang="fr-FR" sz="1800" dirty="0">
                <a:effectLst/>
                <a:latin typeface="Calibri" panose="020F0502020204030204" pitchFamily="34" charset="0"/>
                <a:ea typeface="Calibri" panose="020F0502020204030204" pitchFamily="34" charset="0"/>
                <a:cs typeface="Arial" panose="020B0604020202020204" pitchFamily="34" charset="0"/>
              </a:rPr>
              <a:t>Ce module SSD permettra de garantir une capacité de stockage adéquate et des performances optimales, </a:t>
            </a:r>
            <a:endParaRPr lang="en-US" b="1" dirty="0"/>
          </a:p>
        </p:txBody>
      </p:sp>
    </p:spTree>
    <p:extLst>
      <p:ext uri="{BB962C8B-B14F-4D97-AF65-F5344CB8AC3E}">
        <p14:creationId xmlns:p14="http://schemas.microsoft.com/office/powerpoint/2010/main" val="38404805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lvl="1"/>
            <a:r>
              <a:rPr lang="fr-FR" sz="1800" dirty="0">
                <a:effectLst/>
                <a:latin typeface="Times New Roman" panose="02020603050405020304" pitchFamily="18" charset="0"/>
                <a:ea typeface="Franklin Gothic Book" panose="020B0503020102020204" pitchFamily="34" charset="0"/>
              </a:rPr>
              <a:t>Le </a:t>
            </a:r>
            <a:r>
              <a:rPr lang="fr-FR" sz="1800" dirty="0" err="1">
                <a:effectLst/>
                <a:latin typeface="Times New Roman" panose="02020603050405020304" pitchFamily="18" charset="0"/>
                <a:ea typeface="Franklin Gothic Book" panose="020B0503020102020204" pitchFamily="34" charset="0"/>
              </a:rPr>
              <a:t>fameu</a:t>
            </a:r>
            <a:r>
              <a:rPr lang="fr-FR" sz="1800" dirty="0">
                <a:effectLst/>
                <a:latin typeface="Times New Roman" panose="02020603050405020304" pitchFamily="18" charset="0"/>
                <a:ea typeface="Franklin Gothic Book" panose="020B0503020102020204" pitchFamily="34" charset="0"/>
              </a:rPr>
              <a:t> python</a:t>
            </a:r>
          </a:p>
          <a:p>
            <a:pPr lvl="1"/>
            <a:r>
              <a:rPr lang="fr-FR" sz="1800" dirty="0" err="1">
                <a:effectLst/>
                <a:latin typeface="Times New Roman" panose="02020603050405020304" pitchFamily="18" charset="0"/>
                <a:ea typeface="Franklin Gothic Book" panose="020B0503020102020204" pitchFamily="34" charset="0"/>
              </a:rPr>
              <a:t>DeepStream</a:t>
            </a:r>
            <a:r>
              <a:rPr lang="fr-FR" sz="1800" dirty="0">
                <a:effectLst/>
                <a:latin typeface="Times New Roman" panose="02020603050405020304" pitchFamily="18" charset="0"/>
                <a:ea typeface="Franklin Gothic Book" panose="020B0503020102020204" pitchFamily="34" charset="0"/>
              </a:rPr>
              <a:t> on a </a:t>
            </a:r>
            <a:r>
              <a:rPr lang="fr-FR" sz="1800" dirty="0" err="1">
                <a:effectLst/>
                <a:latin typeface="Times New Roman" panose="02020603050405020304" pitchFamily="18" charset="0"/>
                <a:ea typeface="Franklin Gothic Book" panose="020B0503020102020204" pitchFamily="34" charset="0"/>
              </a:rPr>
              <a:t>lutilisé</a:t>
            </a:r>
            <a:r>
              <a:rPr lang="fr-FR" sz="1800" dirty="0">
                <a:effectLst/>
                <a:latin typeface="Times New Roman" panose="02020603050405020304" pitchFamily="18" charset="0"/>
                <a:ea typeface="Franklin Gothic Book" panose="020B0503020102020204" pitchFamily="34" charset="0"/>
              </a:rPr>
              <a:t> dans le test et le </a:t>
            </a:r>
            <a:r>
              <a:rPr lang="fr-FR" sz="1800" dirty="0" err="1">
                <a:effectLst/>
                <a:latin typeface="Times New Roman" panose="02020603050405020304" pitchFamily="18" charset="0"/>
                <a:ea typeface="Franklin Gothic Book" panose="020B0503020102020204" pitchFamily="34" charset="0"/>
              </a:rPr>
              <a:t>converstion</a:t>
            </a:r>
            <a:r>
              <a:rPr lang="fr-FR" sz="1800" dirty="0">
                <a:effectLst/>
                <a:latin typeface="Times New Roman" panose="02020603050405020304" pitchFamily="18" charset="0"/>
                <a:ea typeface="Franklin Gothic Book" panose="020B0503020102020204" pitchFamily="34" charset="0"/>
              </a:rPr>
              <a:t>  vers le format </a:t>
            </a:r>
            <a:r>
              <a:rPr lang="fr-FR" sz="1800" dirty="0" err="1">
                <a:effectLst/>
                <a:latin typeface="Times New Roman" panose="02020603050405020304" pitchFamily="18" charset="0"/>
                <a:ea typeface="Franklin Gothic Book" panose="020B0503020102020204" pitchFamily="34" charset="0"/>
              </a:rPr>
              <a:t>tensort</a:t>
            </a:r>
            <a:r>
              <a:rPr lang="fr-FR" sz="1800" dirty="0">
                <a:effectLst/>
                <a:latin typeface="Times New Roman" panose="02020603050405020304" pitchFamily="18" charset="0"/>
                <a:ea typeface="Franklin Gothic Book" panose="020B0503020102020204" pitchFamily="34" charset="0"/>
              </a:rPr>
              <a:t> qui offre</a:t>
            </a:r>
          </a:p>
          <a:p>
            <a:pPr lvl="1"/>
            <a:r>
              <a:rPr lang="fr-FR" sz="1800" dirty="0" err="1">
                <a:effectLst/>
                <a:latin typeface="Times New Roman" panose="02020603050405020304" pitchFamily="18" charset="0"/>
                <a:ea typeface="Franklin Gothic Book" panose="020B0503020102020204" pitchFamily="34" charset="0"/>
              </a:rPr>
              <a:t>Opencv</a:t>
            </a:r>
            <a:r>
              <a:rPr lang="fr-FR" sz="1800" dirty="0">
                <a:effectLst/>
                <a:latin typeface="Times New Roman" panose="02020603050405020304" pitchFamily="18" charset="0"/>
                <a:ea typeface="Franklin Gothic Book" panose="020B0503020102020204" pitchFamily="34" charset="0"/>
              </a:rPr>
              <a:t> dans la création de </a:t>
            </a:r>
            <a:r>
              <a:rPr lang="fr-FR" sz="1800" dirty="0" err="1">
                <a:effectLst/>
                <a:latin typeface="Times New Roman" panose="02020603050405020304" pitchFamily="18" charset="0"/>
                <a:ea typeface="Franklin Gothic Book" panose="020B0503020102020204" pitchFamily="34" charset="0"/>
              </a:rPr>
              <a:t>sapplication</a:t>
            </a:r>
            <a:r>
              <a:rPr lang="fr-FR" sz="1800" dirty="0">
                <a:effectLst/>
                <a:latin typeface="Times New Roman" panose="02020603050405020304" pitchFamily="18" charset="0"/>
                <a:ea typeface="Franklin Gothic Book" panose="020B0503020102020204" pitchFamily="34" charset="0"/>
              </a:rPr>
              <a:t> de  vision par </a:t>
            </a:r>
            <a:r>
              <a:rPr lang="fr-FR" sz="1800" dirty="0" err="1">
                <a:effectLst/>
                <a:latin typeface="Times New Roman" panose="02020603050405020304" pitchFamily="18" charset="0"/>
                <a:ea typeface="Franklin Gothic Book" panose="020B0503020102020204" pitchFamily="34" charset="0"/>
              </a:rPr>
              <a:t>lordinateur</a:t>
            </a:r>
            <a:endParaRPr lang="fr-FR" sz="1800" dirty="0">
              <a:effectLst/>
              <a:latin typeface="Times New Roman" panose="02020603050405020304" pitchFamily="18" charset="0"/>
              <a:ea typeface="Franklin Gothic Book" panose="020B0503020102020204" pitchFamily="34" charset="0"/>
            </a:endParaRPr>
          </a:p>
          <a:p>
            <a:pPr lvl="1"/>
            <a:endParaRPr lang="fr-FR" sz="1800" dirty="0">
              <a:effectLst/>
              <a:latin typeface="Times New Roman" panose="02020603050405020304" pitchFamily="18" charset="0"/>
              <a:ea typeface="Franklin Gothic Book" panose="020B0503020102020204" pitchFamily="34" charset="0"/>
            </a:endParaRPr>
          </a:p>
          <a:p>
            <a:pPr lvl="1"/>
            <a:endParaRPr lang="en-US" b="1" dirty="0"/>
          </a:p>
        </p:txBody>
      </p:sp>
    </p:spTree>
    <p:extLst>
      <p:ext uri="{BB962C8B-B14F-4D97-AF65-F5344CB8AC3E}">
        <p14:creationId xmlns:p14="http://schemas.microsoft.com/office/powerpoint/2010/main" val="3302720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lvl="1"/>
            <a:r>
              <a:rPr lang="en-US" b="1" dirty="0" err="1"/>
              <a:t>Compreface</a:t>
            </a:r>
            <a:r>
              <a:rPr lang="en-US" b="1" dirty="0"/>
              <a:t> et </a:t>
            </a:r>
            <a:r>
              <a:rPr lang="en-US" b="1" dirty="0" err="1"/>
              <a:t>deepface</a:t>
            </a:r>
            <a:r>
              <a:rPr lang="en-US" b="1" dirty="0"/>
              <a:t> se </a:t>
            </a:r>
            <a:r>
              <a:rPr lang="en-US" b="1" dirty="0" err="1"/>
              <a:t>sont</a:t>
            </a:r>
            <a:r>
              <a:rPr lang="en-US" b="1" dirty="0"/>
              <a:t> 2 </a:t>
            </a:r>
            <a:r>
              <a:rPr lang="en-US" b="1" dirty="0" err="1"/>
              <a:t>systeme</a:t>
            </a:r>
            <a:r>
              <a:rPr lang="en-US" b="1" dirty="0"/>
              <a:t> de </a:t>
            </a:r>
            <a:r>
              <a:rPr lang="en-US" b="1" dirty="0" err="1"/>
              <a:t>reconnaisnce</a:t>
            </a:r>
            <a:r>
              <a:rPr lang="en-US" b="1" dirty="0"/>
              <a:t> </a:t>
            </a:r>
            <a:r>
              <a:rPr lang="en-US" b="1" dirty="0" err="1"/>
              <a:t>faciale</a:t>
            </a:r>
            <a:r>
              <a:rPr lang="en-US" b="1" dirty="0"/>
              <a:t> et </a:t>
            </a:r>
            <a:r>
              <a:rPr lang="en-US" b="1" dirty="0" err="1"/>
              <a:t>d’analyse</a:t>
            </a:r>
            <a:r>
              <a:rPr lang="en-US" b="1" dirty="0"/>
              <a:t> de visage open-source et </a:t>
            </a:r>
            <a:r>
              <a:rPr lang="en-US" b="1" dirty="0" err="1"/>
              <a:t>gratuitt</a:t>
            </a:r>
            <a:r>
              <a:rPr lang="en-US" b="1" dirty="0"/>
              <a:t> a </a:t>
            </a:r>
            <a:r>
              <a:rPr lang="en-US" b="1" dirty="0" err="1"/>
              <a:t>uiliser</a:t>
            </a:r>
            <a:r>
              <a:rPr lang="en-US" b="1" dirty="0"/>
              <a:t> , on a fait </a:t>
            </a:r>
            <a:r>
              <a:rPr lang="en-US" b="1" dirty="0" err="1"/>
              <a:t>une</a:t>
            </a:r>
            <a:r>
              <a:rPr lang="en-US" b="1" dirty="0"/>
              <a:t> etude comparative entre les deux on se bason sur le temps de </a:t>
            </a:r>
            <a:r>
              <a:rPr lang="en-US" b="1" dirty="0" err="1"/>
              <a:t>traitement</a:t>
            </a:r>
            <a:r>
              <a:rPr lang="en-US" b="1" dirty="0"/>
              <a:t> , </a:t>
            </a:r>
            <a:r>
              <a:rPr lang="en-US" b="1" dirty="0" err="1"/>
              <a:t>lefficacité</a:t>
            </a:r>
            <a:r>
              <a:rPr lang="en-US" b="1" dirty="0"/>
              <a:t> du </a:t>
            </a:r>
            <a:r>
              <a:rPr lang="en-US" b="1" dirty="0" err="1"/>
              <a:t>resultat</a:t>
            </a:r>
            <a:r>
              <a:rPr lang="en-US" b="1" dirty="0"/>
              <a:t> et les </a:t>
            </a:r>
            <a:r>
              <a:rPr lang="en-US" b="1" dirty="0" err="1"/>
              <a:t>ressources</a:t>
            </a:r>
            <a:r>
              <a:rPr lang="en-US" b="1" dirty="0"/>
              <a:t> utilize on a trouvé que </a:t>
            </a:r>
            <a:r>
              <a:rPr lang="en-US" b="1" dirty="0" err="1"/>
              <a:t>compreface</a:t>
            </a:r>
            <a:r>
              <a:rPr lang="en-US" b="1" dirty="0"/>
              <a:t> </a:t>
            </a:r>
            <a:r>
              <a:rPr lang="en-US" b="1" dirty="0" err="1"/>
              <a:t>repond</a:t>
            </a:r>
            <a:r>
              <a:rPr lang="en-US" b="1" dirty="0"/>
              <a:t> plus au </a:t>
            </a:r>
            <a:r>
              <a:rPr lang="en-US" b="1" dirty="0" err="1"/>
              <a:t>nos</a:t>
            </a:r>
            <a:r>
              <a:rPr lang="en-US" b="1" dirty="0"/>
              <a:t> </a:t>
            </a:r>
            <a:r>
              <a:rPr lang="en-US" b="1" dirty="0" err="1"/>
              <a:t>besoins</a:t>
            </a:r>
            <a:r>
              <a:rPr lang="en-US" b="1" dirty="0"/>
              <a:t> , nous </a:t>
            </a:r>
            <a:r>
              <a:rPr lang="en-US" b="1" dirty="0" err="1"/>
              <a:t>l’avons</a:t>
            </a:r>
            <a:r>
              <a:rPr lang="en-US" b="1" dirty="0"/>
              <a:t> </a:t>
            </a:r>
            <a:r>
              <a:rPr lang="en-US" b="1" dirty="0" err="1"/>
              <a:t>deployé</a:t>
            </a:r>
            <a:r>
              <a:rPr lang="en-US" b="1" dirty="0"/>
              <a:t> image de </a:t>
            </a:r>
            <a:r>
              <a:rPr lang="en-US" b="1" dirty="0" err="1"/>
              <a:t>compreface</a:t>
            </a:r>
            <a:r>
              <a:rPr lang="en-US" b="1" dirty="0"/>
              <a:t>   sur docker .</a:t>
            </a:r>
          </a:p>
        </p:txBody>
      </p:sp>
    </p:spTree>
    <p:extLst>
      <p:ext uri="{BB962C8B-B14F-4D97-AF65-F5344CB8AC3E}">
        <p14:creationId xmlns:p14="http://schemas.microsoft.com/office/powerpoint/2010/main" val="7882731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6e552fcb8f_0_12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g6e552fcb8f_0_12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060032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g35ed75ccf_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1" name="Google Shape;521;g35ed75ccf_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sz="1100" dirty="0">
                <a:effectLst/>
                <a:latin typeface="Times New Roman" panose="02020603050405020304" pitchFamily="18" charset="0"/>
                <a:ea typeface="Franklin Gothic Book" panose="020B0503020102020204" pitchFamily="34" charset="0"/>
              </a:rPr>
              <a:t>Après avoir mis en place des capteurs et de microcontrôleur sur la plaque d’essai, commençant par la conception du circuit imprimé PCB</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4757098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6e552fcb8f_0_12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g6e552fcb8f_0_12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Ce travail m’a permis de mettre en pratique des connaissance théorique ainsi que le développement de nouvelle technologies et m’a permis d’avoir une idée sur le vie professionnel et le travail d’</a:t>
            </a:r>
            <a:r>
              <a:rPr lang="fr-FR" dirty="0" err="1"/>
              <a:t>equipe</a:t>
            </a:r>
            <a:r>
              <a:rPr lang="fr-FR" dirty="0"/>
              <a:t>, </a:t>
            </a:r>
            <a:endParaRPr dirty="0"/>
          </a:p>
        </p:txBody>
      </p:sp>
    </p:spTree>
    <p:extLst>
      <p:ext uri="{BB962C8B-B14F-4D97-AF65-F5344CB8AC3E}">
        <p14:creationId xmlns:p14="http://schemas.microsoft.com/office/powerpoint/2010/main" val="5437002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t>en conclusion cette </a:t>
            </a:r>
            <a:r>
              <a:rPr lang="fr-FR" dirty="0" err="1"/>
              <a:t>prsentation</a:t>
            </a:r>
            <a:r>
              <a:rPr lang="fr-FR" dirty="0"/>
              <a:t> a mis en </a:t>
            </a:r>
            <a:r>
              <a:rPr lang="fr-FR" dirty="0" err="1"/>
              <a:t>evidence</a:t>
            </a:r>
            <a:r>
              <a:rPr lang="fr-FR" dirty="0"/>
              <a:t> dans la premier partie l’</a:t>
            </a:r>
            <a:r>
              <a:rPr lang="fr-FR" dirty="0" err="1"/>
              <a:t>ongannisme</a:t>
            </a:r>
            <a:r>
              <a:rPr lang="fr-FR" dirty="0"/>
              <a:t> d’</a:t>
            </a:r>
            <a:r>
              <a:rPr lang="fr-FR" dirty="0" err="1"/>
              <a:t>acceiul</a:t>
            </a:r>
            <a:r>
              <a:rPr lang="fr-FR" dirty="0"/>
              <a:t>  une introduction , la problématique nous avons réalisé une analyse de l’</a:t>
            </a:r>
            <a:r>
              <a:rPr lang="fr-FR" dirty="0" err="1"/>
              <a:t>exsitant</a:t>
            </a:r>
            <a:r>
              <a:rPr lang="fr-FR" dirty="0"/>
              <a:t> et la solution proposé </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t>Ensuite on fait une </a:t>
            </a:r>
            <a:r>
              <a:rPr lang="fr-FR" dirty="0" err="1"/>
              <a:t>spesification</a:t>
            </a:r>
            <a:r>
              <a:rPr lang="fr-FR" dirty="0"/>
              <a:t> de </a:t>
            </a:r>
            <a:r>
              <a:rPr lang="fr-FR" dirty="0" err="1"/>
              <a:t>besoinet</a:t>
            </a:r>
            <a:r>
              <a:rPr lang="fr-FR" dirty="0"/>
              <a:t> la conception de notre application web</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t>Par la suite on fait une petite </a:t>
            </a:r>
            <a:r>
              <a:rPr lang="fr-FR" dirty="0" err="1"/>
              <a:t>etude</a:t>
            </a:r>
            <a:r>
              <a:rPr lang="fr-FR" dirty="0"/>
              <a:t> sur </a:t>
            </a:r>
            <a:r>
              <a:rPr lang="fr-FR" dirty="0" err="1"/>
              <a:t>l’ia</a:t>
            </a:r>
            <a:r>
              <a:rPr lang="fr-FR" dirty="0"/>
              <a:t> on a concentré sur la visage par ordinateur et ces application</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t>puis on a fait une </a:t>
            </a:r>
            <a:r>
              <a:rPr lang="fr-FR" dirty="0" err="1"/>
              <a:t>etude</a:t>
            </a:r>
            <a:r>
              <a:rPr lang="fr-FR" dirty="0"/>
              <a:t> du </a:t>
            </a:r>
            <a:r>
              <a:rPr lang="fr-FR" dirty="0" err="1"/>
              <a:t>matriel</a:t>
            </a:r>
            <a:r>
              <a:rPr lang="fr-FR" dirty="0"/>
              <a:t> et des technologie </a:t>
            </a:r>
            <a:r>
              <a:rPr lang="fr-FR" dirty="0" err="1"/>
              <a:t>qu</a:t>
            </a:r>
            <a:r>
              <a:rPr lang="fr-FR" dirty="0"/>
              <a:t> nous avons utilisé </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t>Enfin nous a avons </a:t>
            </a:r>
            <a:r>
              <a:rPr lang="fr-FR" dirty="0" err="1"/>
              <a:t>demonstré</a:t>
            </a:r>
            <a:r>
              <a:rPr lang="fr-FR" dirty="0"/>
              <a:t> notre réalisation par une vidéo</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t>Je veux parler de mon </a:t>
            </a:r>
            <a:r>
              <a:rPr lang="fr-FR" dirty="0" err="1"/>
              <a:t>expercience</a:t>
            </a:r>
            <a:r>
              <a:rPr lang="fr-FR" dirty="0"/>
              <a:t> durant cette période de stage ou j’ai </a:t>
            </a:r>
            <a:r>
              <a:rPr lang="fr-FR" dirty="0" err="1"/>
              <a:t>acceiulir</a:t>
            </a:r>
            <a:r>
              <a:rPr lang="fr-FR" dirty="0"/>
              <a:t> plusieurs </a:t>
            </a:r>
            <a:br>
              <a:rPr lang="fr-FR" dirty="0"/>
            </a:br>
            <a:endParaRPr lang="en-US" dirty="0"/>
          </a:p>
        </p:txBody>
      </p:sp>
    </p:spTree>
    <p:extLst>
      <p:ext uri="{BB962C8B-B14F-4D97-AF65-F5344CB8AC3E}">
        <p14:creationId xmlns:p14="http://schemas.microsoft.com/office/powerpoint/2010/main" val="18931021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t>En guise de perspectives,  des améliorations possibles peuvent être apportées à notre solution:</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dirty="0"/>
          </a:p>
          <a:p>
            <a:r>
              <a:rPr lang="fr-FR" dirty="0"/>
              <a:t>En premier temps, ce que on a fait dans notre projet est la phase de création des données mais ce qui reste pour qu’il sera un produit vraiment </a:t>
            </a:r>
            <a:r>
              <a:rPr lang="fr-FR" dirty="0" err="1"/>
              <a:t>complét</a:t>
            </a:r>
            <a:r>
              <a:rPr lang="fr-FR" dirty="0"/>
              <a:t> et livrable pour les clients on a besoin de faire une collection des données utiles </a:t>
            </a:r>
            <a:r>
              <a:rPr lang="fr-FR" dirty="0" err="1"/>
              <a:t>qu</a:t>
            </a:r>
            <a:r>
              <a:rPr lang="fr-FR" dirty="0"/>
              <a:t> on a produire et puis faire l’analyse de ces données pour avoir des information utile pour l’amélioration des centre </a:t>
            </a:r>
            <a:r>
              <a:rPr lang="fr-FR" dirty="0" err="1"/>
              <a:t>commricaux</a:t>
            </a:r>
            <a:r>
              <a:rPr lang="fr-FR" dirty="0"/>
              <a:t> et pour mieux comprendre le client. </a:t>
            </a:r>
            <a:br>
              <a:rPr lang="fr-FR" dirty="0"/>
            </a:br>
            <a:endParaRPr lang="en-US" dirty="0"/>
          </a:p>
        </p:txBody>
      </p:sp>
    </p:spTree>
    <p:extLst>
      <p:ext uri="{BB962C8B-B14F-4D97-AF65-F5344CB8AC3E}">
        <p14:creationId xmlns:p14="http://schemas.microsoft.com/office/powerpoint/2010/main" val="41262937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g35ed75ccf_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1" name="Google Shape;521;g35ed75ccf_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Merci de votre attention, si vous avez des questions ou des remarques je suis prête  pour vous répondre.</a:t>
            </a:r>
            <a:endParaRPr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Pour </a:t>
            </a:r>
            <a:r>
              <a:rPr lang="en-US" dirty="0" err="1"/>
              <a:t>mieux</a:t>
            </a:r>
            <a:r>
              <a:rPr lang="en-US" dirty="0"/>
              <a:t> détailler </a:t>
            </a:r>
            <a:r>
              <a:rPr lang="fr-FR" dirty="0"/>
              <a:t>les interactions entre les composants du projet on utilise les diagrammes de séquences </a:t>
            </a:r>
            <a:endParaRPr lang="en-US" dirty="0"/>
          </a:p>
          <a:p>
            <a:pPr marL="158750" indent="0">
              <a:buNone/>
            </a:pPr>
            <a:r>
              <a:rPr lang="fr-FR" dirty="0"/>
              <a:t>Ceci est le diagramme de séquence d’authentification </a:t>
            </a:r>
          </a:p>
          <a:p>
            <a:pPr marL="158750" indent="0">
              <a:buNone/>
            </a:pPr>
            <a:r>
              <a:rPr lang="fr-FR" sz="1800" dirty="0">
                <a:effectLst/>
                <a:latin typeface="Times New Roman" panose="02020603050405020304" pitchFamily="18" charset="0"/>
                <a:ea typeface="Franklin Gothic Book" panose="020B0503020102020204" pitchFamily="34" charset="0"/>
              </a:rPr>
              <a:t>l’utilisateur doit introduire son identifiant et son mot de </a:t>
            </a:r>
            <a:r>
              <a:rPr lang="fr-FR" sz="1800" dirty="0" err="1">
                <a:effectLst/>
                <a:latin typeface="Times New Roman" panose="02020603050405020304" pitchFamily="18" charset="0"/>
                <a:ea typeface="Franklin Gothic Book" panose="020B0503020102020204" pitchFamily="34" charset="0"/>
              </a:rPr>
              <a:t>passe.dans</a:t>
            </a:r>
            <a:r>
              <a:rPr lang="fr-FR" sz="1800" dirty="0">
                <a:effectLst/>
                <a:latin typeface="Times New Roman" panose="02020603050405020304" pitchFamily="18" charset="0"/>
                <a:ea typeface="Franklin Gothic Book" panose="020B0503020102020204" pitchFamily="34" charset="0"/>
              </a:rPr>
              <a:t> l’interface d’authentification </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800" dirty="0">
                <a:effectLst/>
                <a:latin typeface="Times New Roman" panose="02020603050405020304" pitchFamily="18" charset="0"/>
              </a:rPr>
              <a:t>L’application va </a:t>
            </a:r>
            <a:r>
              <a:rPr lang="fr-FR" sz="1800" dirty="0" err="1">
                <a:effectLst/>
                <a:latin typeface="Times New Roman" panose="02020603050405020304" pitchFamily="18" charset="0"/>
              </a:rPr>
              <a:t>verifier</a:t>
            </a:r>
            <a:r>
              <a:rPr lang="fr-FR" sz="1800" dirty="0">
                <a:effectLst/>
                <a:latin typeface="Times New Roman" panose="02020603050405020304" pitchFamily="18" charset="0"/>
              </a:rPr>
              <a:t> ses données dans la base, </a:t>
            </a:r>
            <a:r>
              <a:rPr lang="fr-FR" sz="1800" dirty="0">
                <a:effectLst/>
                <a:latin typeface="Times New Roman" panose="02020603050405020304" pitchFamily="18" charset="0"/>
                <a:ea typeface="Franklin Gothic Book" panose="020B0503020102020204" pitchFamily="34" charset="0"/>
                <a:cs typeface="Times New Roman" panose="02020603050405020304" pitchFamily="18" charset="0"/>
              </a:rPr>
              <a:t>Si l’authentification est réussite l’interface d’accueil est affichée et l’utilisateur pourra accéder à l’application.</a:t>
            </a:r>
            <a:endParaRPr lang="fr-FR" sz="1800" dirty="0">
              <a:effectLst/>
              <a:latin typeface="Franklin Gothic Book" panose="020B0503020102020204" pitchFamily="34" charset="0"/>
              <a:ea typeface="Franklin Gothic Book" panose="020B0503020102020204" pitchFamily="34" charset="0"/>
              <a:cs typeface="Times New Roman" panose="02020603050405020304" pitchFamily="18" charset="0"/>
            </a:endParaRPr>
          </a:p>
          <a:p>
            <a:pPr marL="158750" indent="0">
              <a:buNone/>
            </a:pPr>
            <a:endParaRPr lang="fr-FR" dirty="0"/>
          </a:p>
        </p:txBody>
      </p:sp>
    </p:spTree>
    <p:extLst>
      <p:ext uri="{BB962C8B-B14F-4D97-AF65-F5344CB8AC3E}">
        <p14:creationId xmlns:p14="http://schemas.microsoft.com/office/powerpoint/2010/main" val="3738024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flipH="1">
            <a:off x="728125" y="63706"/>
            <a:ext cx="3478500" cy="3024300"/>
          </a:xfrm>
          <a:prstGeom prst="rect">
            <a:avLst/>
          </a:prstGeom>
        </p:spPr>
        <p:txBody>
          <a:bodyPr spcFirstLastPara="1" wrap="square" lIns="91425" tIns="91425" rIns="91425" bIns="91425" anchor="b" anchorCtr="0">
            <a:noAutofit/>
          </a:bodyPr>
          <a:lstStyle>
            <a:lvl1pPr lvl="0" rtl="0">
              <a:spcBef>
                <a:spcPts val="0"/>
              </a:spcBef>
              <a:spcAft>
                <a:spcPts val="0"/>
              </a:spcAft>
              <a:buSzPts val="4800"/>
              <a:buNone/>
              <a:defRPr sz="4800"/>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a:endParaRPr/>
          </a:p>
        </p:txBody>
      </p:sp>
      <p:sp>
        <p:nvSpPr>
          <p:cNvPr id="10" name="Google Shape;10;p2"/>
          <p:cNvSpPr txBox="1">
            <a:spLocks noGrp="1"/>
          </p:cNvSpPr>
          <p:nvPr>
            <p:ph type="subTitle" idx="1"/>
          </p:nvPr>
        </p:nvSpPr>
        <p:spPr>
          <a:xfrm flipH="1">
            <a:off x="728300" y="4296400"/>
            <a:ext cx="3804000" cy="530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rgbClr val="000000"/>
              </a:buClr>
              <a:buSzPts val="1800"/>
              <a:buNone/>
              <a:defRPr sz="1600">
                <a:solidFill>
                  <a:schemeClr val="lt1"/>
                </a:solidFill>
              </a:defRPr>
            </a:lvl1pPr>
            <a:lvl2pPr lvl="1" rtl="0">
              <a:lnSpc>
                <a:spcPct val="100000"/>
              </a:lnSpc>
              <a:spcBef>
                <a:spcPts val="0"/>
              </a:spcBef>
              <a:spcAft>
                <a:spcPts val="0"/>
              </a:spcAft>
              <a:buClr>
                <a:schemeClr val="lt1"/>
              </a:buClr>
              <a:buSzPts val="2800"/>
              <a:buNone/>
              <a:defRPr sz="2800">
                <a:solidFill>
                  <a:schemeClr val="lt1"/>
                </a:solidFill>
              </a:defRPr>
            </a:lvl2pPr>
            <a:lvl3pPr lvl="2" rtl="0">
              <a:lnSpc>
                <a:spcPct val="100000"/>
              </a:lnSpc>
              <a:spcBef>
                <a:spcPts val="0"/>
              </a:spcBef>
              <a:spcAft>
                <a:spcPts val="0"/>
              </a:spcAft>
              <a:buClr>
                <a:schemeClr val="lt1"/>
              </a:buClr>
              <a:buSzPts val="2800"/>
              <a:buNone/>
              <a:defRPr sz="2800">
                <a:solidFill>
                  <a:schemeClr val="lt1"/>
                </a:solidFill>
              </a:defRPr>
            </a:lvl3pPr>
            <a:lvl4pPr lvl="3" rtl="0">
              <a:lnSpc>
                <a:spcPct val="100000"/>
              </a:lnSpc>
              <a:spcBef>
                <a:spcPts val="0"/>
              </a:spcBef>
              <a:spcAft>
                <a:spcPts val="0"/>
              </a:spcAft>
              <a:buClr>
                <a:schemeClr val="lt1"/>
              </a:buClr>
              <a:buSzPts val="2800"/>
              <a:buNone/>
              <a:defRPr sz="2800">
                <a:solidFill>
                  <a:schemeClr val="lt1"/>
                </a:solidFill>
              </a:defRPr>
            </a:lvl4pPr>
            <a:lvl5pPr lvl="4" rtl="0">
              <a:lnSpc>
                <a:spcPct val="100000"/>
              </a:lnSpc>
              <a:spcBef>
                <a:spcPts val="0"/>
              </a:spcBef>
              <a:spcAft>
                <a:spcPts val="0"/>
              </a:spcAft>
              <a:buClr>
                <a:schemeClr val="lt1"/>
              </a:buClr>
              <a:buSzPts val="2800"/>
              <a:buNone/>
              <a:defRPr sz="2800">
                <a:solidFill>
                  <a:schemeClr val="lt1"/>
                </a:solidFill>
              </a:defRPr>
            </a:lvl5pPr>
            <a:lvl6pPr lvl="5" rtl="0">
              <a:lnSpc>
                <a:spcPct val="100000"/>
              </a:lnSpc>
              <a:spcBef>
                <a:spcPts val="0"/>
              </a:spcBef>
              <a:spcAft>
                <a:spcPts val="0"/>
              </a:spcAft>
              <a:buClr>
                <a:schemeClr val="lt1"/>
              </a:buClr>
              <a:buSzPts val="2800"/>
              <a:buNone/>
              <a:defRPr sz="2800">
                <a:solidFill>
                  <a:schemeClr val="lt1"/>
                </a:solidFill>
              </a:defRPr>
            </a:lvl6pPr>
            <a:lvl7pPr lvl="6" rtl="0">
              <a:lnSpc>
                <a:spcPct val="100000"/>
              </a:lnSpc>
              <a:spcBef>
                <a:spcPts val="0"/>
              </a:spcBef>
              <a:spcAft>
                <a:spcPts val="0"/>
              </a:spcAft>
              <a:buClr>
                <a:schemeClr val="lt1"/>
              </a:buClr>
              <a:buSzPts val="2800"/>
              <a:buNone/>
              <a:defRPr sz="2800">
                <a:solidFill>
                  <a:schemeClr val="lt1"/>
                </a:solidFill>
              </a:defRPr>
            </a:lvl7pPr>
            <a:lvl8pPr lvl="7" rtl="0">
              <a:lnSpc>
                <a:spcPct val="100000"/>
              </a:lnSpc>
              <a:spcBef>
                <a:spcPts val="0"/>
              </a:spcBef>
              <a:spcAft>
                <a:spcPts val="0"/>
              </a:spcAft>
              <a:buClr>
                <a:schemeClr val="lt1"/>
              </a:buClr>
              <a:buSzPts val="2800"/>
              <a:buNone/>
              <a:defRPr sz="2800">
                <a:solidFill>
                  <a:schemeClr val="lt1"/>
                </a:solidFill>
              </a:defRPr>
            </a:lvl8pPr>
            <a:lvl9pPr lvl="8" rtl="0">
              <a:lnSpc>
                <a:spcPct val="100000"/>
              </a:lnSpc>
              <a:spcBef>
                <a:spcPts val="0"/>
              </a:spcBef>
              <a:spcAft>
                <a:spcPts val="0"/>
              </a:spcAft>
              <a:buClr>
                <a:schemeClr val="lt1"/>
              </a:buClr>
              <a:buSzPts val="2800"/>
              <a:buNone/>
              <a:defRPr sz="2800">
                <a:solidFill>
                  <a:schemeClr val="lt1"/>
                </a:solidFill>
              </a:defRPr>
            </a:lvl9pPr>
          </a:lstStyle>
          <a:p>
            <a:endParaRPr/>
          </a:p>
        </p:txBody>
      </p:sp>
      <p:grpSp>
        <p:nvGrpSpPr>
          <p:cNvPr id="11" name="Google Shape;11;p2"/>
          <p:cNvGrpSpPr/>
          <p:nvPr/>
        </p:nvGrpSpPr>
        <p:grpSpPr>
          <a:xfrm>
            <a:off x="76200" y="76200"/>
            <a:ext cx="8991600" cy="4991100"/>
            <a:chOff x="76200" y="76200"/>
            <a:chExt cx="8991600" cy="4991100"/>
          </a:xfrm>
        </p:grpSpPr>
        <p:sp>
          <p:nvSpPr>
            <p:cNvPr id="12" name="Google Shape;12;p2"/>
            <p:cNvSpPr/>
            <p:nvPr/>
          </p:nvSpPr>
          <p:spPr>
            <a:xfrm>
              <a:off x="76200" y="76200"/>
              <a:ext cx="270600" cy="270600"/>
            </a:xfrm>
            <a:prstGeom prst="mathPlus">
              <a:avLst>
                <a:gd name="adj1" fmla="val 65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8797200" y="76200"/>
              <a:ext cx="270600" cy="270600"/>
            </a:xfrm>
            <a:prstGeom prst="mathPlus">
              <a:avLst>
                <a:gd name="adj1" fmla="val 65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76200" y="4796700"/>
              <a:ext cx="270600" cy="270600"/>
            </a:xfrm>
            <a:prstGeom prst="mathPlus">
              <a:avLst>
                <a:gd name="adj1" fmla="val 65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8797200" y="4796700"/>
              <a:ext cx="270600" cy="270600"/>
            </a:xfrm>
            <a:prstGeom prst="mathPlus">
              <a:avLst>
                <a:gd name="adj1" fmla="val 65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sp>
        <p:nvSpPr>
          <p:cNvPr id="17" name="Google Shape;17;p3"/>
          <p:cNvSpPr txBox="1">
            <a:spLocks noGrp="1"/>
          </p:cNvSpPr>
          <p:nvPr>
            <p:ph type="title"/>
          </p:nvPr>
        </p:nvSpPr>
        <p:spPr>
          <a:xfrm>
            <a:off x="720000" y="2549375"/>
            <a:ext cx="4494600" cy="1717200"/>
          </a:xfrm>
          <a:prstGeom prst="rect">
            <a:avLst/>
          </a:prstGeom>
        </p:spPr>
        <p:txBody>
          <a:bodyPr spcFirstLastPara="1" wrap="square" lIns="91425" tIns="91425" rIns="91425" bIns="91425" anchor="b" anchorCtr="0">
            <a:noAutofit/>
          </a:bodyPr>
          <a:lstStyle>
            <a:lvl1pPr lvl="0" rtl="0">
              <a:spcBef>
                <a:spcPts val="0"/>
              </a:spcBef>
              <a:spcAft>
                <a:spcPts val="0"/>
              </a:spcAft>
              <a:buSzPts val="4200"/>
              <a:buNone/>
              <a:defRPr sz="48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8" name="Google Shape;18;p3"/>
          <p:cNvSpPr txBox="1">
            <a:spLocks noGrp="1"/>
          </p:cNvSpPr>
          <p:nvPr>
            <p:ph type="subTitle" idx="1"/>
          </p:nvPr>
        </p:nvSpPr>
        <p:spPr>
          <a:xfrm>
            <a:off x="720000" y="4335225"/>
            <a:ext cx="2956800" cy="494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100"/>
              <a:buNone/>
              <a:defRPr sz="1600">
                <a:solidFill>
                  <a:schemeClr val="lt1"/>
                </a:solidFill>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9" name="Google Shape;19;p3"/>
          <p:cNvSpPr txBox="1">
            <a:spLocks noGrp="1"/>
          </p:cNvSpPr>
          <p:nvPr>
            <p:ph type="title" idx="2" hasCustomPrompt="1"/>
          </p:nvPr>
        </p:nvSpPr>
        <p:spPr>
          <a:xfrm>
            <a:off x="720000" y="524500"/>
            <a:ext cx="3468900" cy="11049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600"/>
              <a:buNone/>
              <a:defRPr sz="7200">
                <a:solidFill>
                  <a:schemeClr val="lt1"/>
                </a:solidFill>
              </a:defRPr>
            </a:lvl1pPr>
            <a:lvl2pPr lvl="1" algn="r" rtl="0">
              <a:spcBef>
                <a:spcPts val="0"/>
              </a:spcBef>
              <a:spcAft>
                <a:spcPts val="0"/>
              </a:spcAft>
              <a:buSzPts val="4800"/>
              <a:buFont typeface="DM Sans"/>
              <a:buNone/>
              <a:defRPr sz="4800">
                <a:latin typeface="DM Sans"/>
                <a:ea typeface="DM Sans"/>
                <a:cs typeface="DM Sans"/>
                <a:sym typeface="DM Sans"/>
              </a:defRPr>
            </a:lvl2pPr>
            <a:lvl3pPr lvl="2" algn="r" rtl="0">
              <a:spcBef>
                <a:spcPts val="0"/>
              </a:spcBef>
              <a:spcAft>
                <a:spcPts val="0"/>
              </a:spcAft>
              <a:buSzPts val="4800"/>
              <a:buFont typeface="DM Sans"/>
              <a:buNone/>
              <a:defRPr sz="4800">
                <a:latin typeface="DM Sans"/>
                <a:ea typeface="DM Sans"/>
                <a:cs typeface="DM Sans"/>
                <a:sym typeface="DM Sans"/>
              </a:defRPr>
            </a:lvl3pPr>
            <a:lvl4pPr lvl="3" algn="r" rtl="0">
              <a:spcBef>
                <a:spcPts val="0"/>
              </a:spcBef>
              <a:spcAft>
                <a:spcPts val="0"/>
              </a:spcAft>
              <a:buSzPts val="4800"/>
              <a:buFont typeface="DM Sans"/>
              <a:buNone/>
              <a:defRPr sz="4800">
                <a:latin typeface="DM Sans"/>
                <a:ea typeface="DM Sans"/>
                <a:cs typeface="DM Sans"/>
                <a:sym typeface="DM Sans"/>
              </a:defRPr>
            </a:lvl4pPr>
            <a:lvl5pPr lvl="4" algn="r" rtl="0">
              <a:spcBef>
                <a:spcPts val="0"/>
              </a:spcBef>
              <a:spcAft>
                <a:spcPts val="0"/>
              </a:spcAft>
              <a:buSzPts val="4800"/>
              <a:buFont typeface="DM Sans"/>
              <a:buNone/>
              <a:defRPr sz="4800">
                <a:latin typeface="DM Sans"/>
                <a:ea typeface="DM Sans"/>
                <a:cs typeface="DM Sans"/>
                <a:sym typeface="DM Sans"/>
              </a:defRPr>
            </a:lvl5pPr>
            <a:lvl6pPr lvl="5" algn="r" rtl="0">
              <a:spcBef>
                <a:spcPts val="0"/>
              </a:spcBef>
              <a:spcAft>
                <a:spcPts val="0"/>
              </a:spcAft>
              <a:buSzPts val="4800"/>
              <a:buFont typeface="DM Sans"/>
              <a:buNone/>
              <a:defRPr sz="4800">
                <a:latin typeface="DM Sans"/>
                <a:ea typeface="DM Sans"/>
                <a:cs typeface="DM Sans"/>
                <a:sym typeface="DM Sans"/>
              </a:defRPr>
            </a:lvl6pPr>
            <a:lvl7pPr lvl="6" algn="r" rtl="0">
              <a:spcBef>
                <a:spcPts val="0"/>
              </a:spcBef>
              <a:spcAft>
                <a:spcPts val="0"/>
              </a:spcAft>
              <a:buSzPts val="4800"/>
              <a:buFont typeface="DM Sans"/>
              <a:buNone/>
              <a:defRPr sz="4800">
                <a:latin typeface="DM Sans"/>
                <a:ea typeface="DM Sans"/>
                <a:cs typeface="DM Sans"/>
                <a:sym typeface="DM Sans"/>
              </a:defRPr>
            </a:lvl7pPr>
            <a:lvl8pPr lvl="7" algn="r" rtl="0">
              <a:spcBef>
                <a:spcPts val="0"/>
              </a:spcBef>
              <a:spcAft>
                <a:spcPts val="0"/>
              </a:spcAft>
              <a:buSzPts val="4800"/>
              <a:buFont typeface="DM Sans"/>
              <a:buNone/>
              <a:defRPr sz="4800">
                <a:latin typeface="DM Sans"/>
                <a:ea typeface="DM Sans"/>
                <a:cs typeface="DM Sans"/>
                <a:sym typeface="DM Sans"/>
              </a:defRPr>
            </a:lvl8pPr>
            <a:lvl9pPr lvl="8" algn="r" rtl="0">
              <a:spcBef>
                <a:spcPts val="0"/>
              </a:spcBef>
              <a:spcAft>
                <a:spcPts val="0"/>
              </a:spcAft>
              <a:buSzPts val="4800"/>
              <a:buFont typeface="DM Sans"/>
              <a:buNone/>
              <a:defRPr sz="4800">
                <a:latin typeface="DM Sans"/>
                <a:ea typeface="DM Sans"/>
                <a:cs typeface="DM Sans"/>
                <a:sym typeface="DM Sans"/>
              </a:defRPr>
            </a:lvl9pPr>
          </a:lstStyle>
          <a:p>
            <a:r>
              <a:t>xx%</a:t>
            </a:r>
          </a:p>
        </p:txBody>
      </p:sp>
      <p:grpSp>
        <p:nvGrpSpPr>
          <p:cNvPr id="20" name="Google Shape;20;p3"/>
          <p:cNvGrpSpPr/>
          <p:nvPr/>
        </p:nvGrpSpPr>
        <p:grpSpPr>
          <a:xfrm>
            <a:off x="76200" y="76200"/>
            <a:ext cx="8991600" cy="4991100"/>
            <a:chOff x="76200" y="76200"/>
            <a:chExt cx="8991600" cy="4991100"/>
          </a:xfrm>
        </p:grpSpPr>
        <p:sp>
          <p:nvSpPr>
            <p:cNvPr id="21" name="Google Shape;21;p3"/>
            <p:cNvSpPr/>
            <p:nvPr/>
          </p:nvSpPr>
          <p:spPr>
            <a:xfrm>
              <a:off x="76200" y="76200"/>
              <a:ext cx="270600" cy="270600"/>
            </a:xfrm>
            <a:prstGeom prst="mathPlus">
              <a:avLst>
                <a:gd name="adj1" fmla="val 65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a:off x="8797200" y="76200"/>
              <a:ext cx="270600" cy="270600"/>
            </a:xfrm>
            <a:prstGeom prst="mathPlus">
              <a:avLst>
                <a:gd name="adj1" fmla="val 65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a:off x="76200" y="4796700"/>
              <a:ext cx="270600" cy="270600"/>
            </a:xfrm>
            <a:prstGeom prst="mathPlus">
              <a:avLst>
                <a:gd name="adj1" fmla="val 65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a:off x="8797200" y="4796700"/>
              <a:ext cx="270600" cy="270600"/>
            </a:xfrm>
            <a:prstGeom prst="mathPlus">
              <a:avLst>
                <a:gd name="adj1" fmla="val 65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4"/>
        <p:cNvGrpSpPr/>
        <p:nvPr/>
      </p:nvGrpSpPr>
      <p:grpSpPr>
        <a:xfrm>
          <a:off x="0" y="0"/>
          <a:ext cx="0" cy="0"/>
          <a:chOff x="0" y="0"/>
          <a:chExt cx="0" cy="0"/>
        </a:xfrm>
      </p:grpSpPr>
      <p:grpSp>
        <p:nvGrpSpPr>
          <p:cNvPr id="45" name="Google Shape;45;p6"/>
          <p:cNvGrpSpPr/>
          <p:nvPr/>
        </p:nvGrpSpPr>
        <p:grpSpPr>
          <a:xfrm>
            <a:off x="76200" y="76200"/>
            <a:ext cx="8991600" cy="4991100"/>
            <a:chOff x="76200" y="76200"/>
            <a:chExt cx="8991600" cy="4991100"/>
          </a:xfrm>
        </p:grpSpPr>
        <p:sp>
          <p:nvSpPr>
            <p:cNvPr id="46" name="Google Shape;46;p6"/>
            <p:cNvSpPr/>
            <p:nvPr/>
          </p:nvSpPr>
          <p:spPr>
            <a:xfrm>
              <a:off x="76200" y="76200"/>
              <a:ext cx="270600" cy="270600"/>
            </a:xfrm>
            <a:prstGeom prst="mathPlus">
              <a:avLst>
                <a:gd name="adj1" fmla="val 65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6"/>
            <p:cNvSpPr/>
            <p:nvPr/>
          </p:nvSpPr>
          <p:spPr>
            <a:xfrm>
              <a:off x="8797200" y="76200"/>
              <a:ext cx="270600" cy="270600"/>
            </a:xfrm>
            <a:prstGeom prst="mathPlus">
              <a:avLst>
                <a:gd name="adj1" fmla="val 65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6"/>
            <p:cNvSpPr/>
            <p:nvPr/>
          </p:nvSpPr>
          <p:spPr>
            <a:xfrm>
              <a:off x="76200" y="4796700"/>
              <a:ext cx="270600" cy="270600"/>
            </a:xfrm>
            <a:prstGeom prst="mathPlus">
              <a:avLst>
                <a:gd name="adj1" fmla="val 65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6"/>
            <p:cNvSpPr/>
            <p:nvPr/>
          </p:nvSpPr>
          <p:spPr>
            <a:xfrm>
              <a:off x="8797200" y="4796700"/>
              <a:ext cx="270600" cy="270600"/>
            </a:xfrm>
            <a:prstGeom prst="mathPlus">
              <a:avLst>
                <a:gd name="adj1" fmla="val 65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 name="Google Shape;50;p6"/>
          <p:cNvSpPr txBox="1">
            <a:spLocks noGrp="1"/>
          </p:cNvSpPr>
          <p:nvPr>
            <p:ph type="ctrTitle"/>
          </p:nvPr>
        </p:nvSpPr>
        <p:spPr>
          <a:xfrm>
            <a:off x="1410611" y="490996"/>
            <a:ext cx="6322800" cy="5778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2400"/>
              <a:buNone/>
              <a:defRPr sz="2400">
                <a:solidFill>
                  <a:schemeClr val="lt1"/>
                </a:solidFill>
              </a:defRPr>
            </a:lvl1pPr>
            <a:lvl2pPr lvl="1" rtl="0">
              <a:spcBef>
                <a:spcPts val="0"/>
              </a:spcBef>
              <a:spcAft>
                <a:spcPts val="0"/>
              </a:spcAft>
              <a:buClr>
                <a:schemeClr val="lt1"/>
              </a:buClr>
              <a:buSzPts val="2400"/>
              <a:buFont typeface="DM Sans"/>
              <a:buNone/>
              <a:defRPr sz="2400">
                <a:solidFill>
                  <a:schemeClr val="lt1"/>
                </a:solidFill>
                <a:latin typeface="DM Sans"/>
                <a:ea typeface="DM Sans"/>
                <a:cs typeface="DM Sans"/>
                <a:sym typeface="DM Sans"/>
              </a:defRPr>
            </a:lvl2pPr>
            <a:lvl3pPr lvl="2" rtl="0">
              <a:spcBef>
                <a:spcPts val="0"/>
              </a:spcBef>
              <a:spcAft>
                <a:spcPts val="0"/>
              </a:spcAft>
              <a:buClr>
                <a:schemeClr val="lt1"/>
              </a:buClr>
              <a:buSzPts val="2400"/>
              <a:buFont typeface="DM Sans"/>
              <a:buNone/>
              <a:defRPr sz="2400">
                <a:solidFill>
                  <a:schemeClr val="lt1"/>
                </a:solidFill>
                <a:latin typeface="DM Sans"/>
                <a:ea typeface="DM Sans"/>
                <a:cs typeface="DM Sans"/>
                <a:sym typeface="DM Sans"/>
              </a:defRPr>
            </a:lvl3pPr>
            <a:lvl4pPr lvl="3" rtl="0">
              <a:spcBef>
                <a:spcPts val="0"/>
              </a:spcBef>
              <a:spcAft>
                <a:spcPts val="0"/>
              </a:spcAft>
              <a:buClr>
                <a:schemeClr val="lt1"/>
              </a:buClr>
              <a:buSzPts val="2400"/>
              <a:buFont typeface="DM Sans"/>
              <a:buNone/>
              <a:defRPr sz="2400">
                <a:solidFill>
                  <a:schemeClr val="lt1"/>
                </a:solidFill>
                <a:latin typeface="DM Sans"/>
                <a:ea typeface="DM Sans"/>
                <a:cs typeface="DM Sans"/>
                <a:sym typeface="DM Sans"/>
              </a:defRPr>
            </a:lvl4pPr>
            <a:lvl5pPr lvl="4" rtl="0">
              <a:spcBef>
                <a:spcPts val="0"/>
              </a:spcBef>
              <a:spcAft>
                <a:spcPts val="0"/>
              </a:spcAft>
              <a:buClr>
                <a:schemeClr val="lt1"/>
              </a:buClr>
              <a:buSzPts val="2400"/>
              <a:buFont typeface="DM Sans"/>
              <a:buNone/>
              <a:defRPr sz="2400">
                <a:solidFill>
                  <a:schemeClr val="lt1"/>
                </a:solidFill>
                <a:latin typeface="DM Sans"/>
                <a:ea typeface="DM Sans"/>
                <a:cs typeface="DM Sans"/>
                <a:sym typeface="DM Sans"/>
              </a:defRPr>
            </a:lvl5pPr>
            <a:lvl6pPr lvl="5" rtl="0">
              <a:spcBef>
                <a:spcPts val="0"/>
              </a:spcBef>
              <a:spcAft>
                <a:spcPts val="0"/>
              </a:spcAft>
              <a:buClr>
                <a:schemeClr val="lt1"/>
              </a:buClr>
              <a:buSzPts val="2400"/>
              <a:buFont typeface="DM Sans"/>
              <a:buNone/>
              <a:defRPr sz="2400">
                <a:solidFill>
                  <a:schemeClr val="lt1"/>
                </a:solidFill>
                <a:latin typeface="DM Sans"/>
                <a:ea typeface="DM Sans"/>
                <a:cs typeface="DM Sans"/>
                <a:sym typeface="DM Sans"/>
              </a:defRPr>
            </a:lvl6pPr>
            <a:lvl7pPr lvl="6" rtl="0">
              <a:spcBef>
                <a:spcPts val="0"/>
              </a:spcBef>
              <a:spcAft>
                <a:spcPts val="0"/>
              </a:spcAft>
              <a:buClr>
                <a:schemeClr val="lt1"/>
              </a:buClr>
              <a:buSzPts val="2400"/>
              <a:buFont typeface="DM Sans"/>
              <a:buNone/>
              <a:defRPr sz="2400">
                <a:solidFill>
                  <a:schemeClr val="lt1"/>
                </a:solidFill>
                <a:latin typeface="DM Sans"/>
                <a:ea typeface="DM Sans"/>
                <a:cs typeface="DM Sans"/>
                <a:sym typeface="DM Sans"/>
              </a:defRPr>
            </a:lvl7pPr>
            <a:lvl8pPr lvl="7" rtl="0">
              <a:spcBef>
                <a:spcPts val="0"/>
              </a:spcBef>
              <a:spcAft>
                <a:spcPts val="0"/>
              </a:spcAft>
              <a:buClr>
                <a:schemeClr val="lt1"/>
              </a:buClr>
              <a:buSzPts val="2400"/>
              <a:buFont typeface="DM Sans"/>
              <a:buNone/>
              <a:defRPr sz="2400">
                <a:solidFill>
                  <a:schemeClr val="lt1"/>
                </a:solidFill>
                <a:latin typeface="DM Sans"/>
                <a:ea typeface="DM Sans"/>
                <a:cs typeface="DM Sans"/>
                <a:sym typeface="DM Sans"/>
              </a:defRPr>
            </a:lvl8pPr>
            <a:lvl9pPr lvl="8" rtl="0">
              <a:spcBef>
                <a:spcPts val="0"/>
              </a:spcBef>
              <a:spcAft>
                <a:spcPts val="0"/>
              </a:spcAft>
              <a:buClr>
                <a:schemeClr val="lt1"/>
              </a:buClr>
              <a:buSzPts val="2400"/>
              <a:buFont typeface="DM Sans"/>
              <a:buNone/>
              <a:defRPr sz="2400">
                <a:solidFill>
                  <a:schemeClr val="lt1"/>
                </a:solidFill>
                <a:latin typeface="DM Sans"/>
                <a:ea typeface="DM Sans"/>
                <a:cs typeface="DM Sans"/>
                <a:sym typeface="DM Sans"/>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chemeClr val="dk1"/>
        </a:solidFill>
        <a:effectLst/>
      </p:bgPr>
    </p:bg>
    <p:spTree>
      <p:nvGrpSpPr>
        <p:cNvPr id="1" name="Shape 51"/>
        <p:cNvGrpSpPr/>
        <p:nvPr/>
      </p:nvGrpSpPr>
      <p:grpSpPr>
        <a:xfrm>
          <a:off x="0" y="0"/>
          <a:ext cx="0" cy="0"/>
          <a:chOff x="0" y="0"/>
          <a:chExt cx="0" cy="0"/>
        </a:xfrm>
      </p:grpSpPr>
      <p:grpSp>
        <p:nvGrpSpPr>
          <p:cNvPr id="52" name="Google Shape;52;p7"/>
          <p:cNvGrpSpPr/>
          <p:nvPr/>
        </p:nvGrpSpPr>
        <p:grpSpPr>
          <a:xfrm>
            <a:off x="76200" y="76200"/>
            <a:ext cx="8991600" cy="4991100"/>
            <a:chOff x="76200" y="76200"/>
            <a:chExt cx="8991600" cy="4991100"/>
          </a:xfrm>
        </p:grpSpPr>
        <p:sp>
          <p:nvSpPr>
            <p:cNvPr id="53" name="Google Shape;53;p7"/>
            <p:cNvSpPr/>
            <p:nvPr/>
          </p:nvSpPr>
          <p:spPr>
            <a:xfrm>
              <a:off x="76200" y="76200"/>
              <a:ext cx="270600" cy="270600"/>
            </a:xfrm>
            <a:prstGeom prst="mathPlus">
              <a:avLst>
                <a:gd name="adj1" fmla="val 65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7"/>
            <p:cNvSpPr/>
            <p:nvPr/>
          </p:nvSpPr>
          <p:spPr>
            <a:xfrm>
              <a:off x="8797200" y="76200"/>
              <a:ext cx="270600" cy="270600"/>
            </a:xfrm>
            <a:prstGeom prst="mathPlus">
              <a:avLst>
                <a:gd name="adj1" fmla="val 65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7"/>
            <p:cNvSpPr/>
            <p:nvPr/>
          </p:nvSpPr>
          <p:spPr>
            <a:xfrm>
              <a:off x="76200" y="4796700"/>
              <a:ext cx="270600" cy="270600"/>
            </a:xfrm>
            <a:prstGeom prst="mathPlus">
              <a:avLst>
                <a:gd name="adj1" fmla="val 65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7"/>
            <p:cNvSpPr/>
            <p:nvPr/>
          </p:nvSpPr>
          <p:spPr>
            <a:xfrm>
              <a:off x="8797200" y="4796700"/>
              <a:ext cx="270600" cy="270600"/>
            </a:xfrm>
            <a:prstGeom prst="mathPlus">
              <a:avLst>
                <a:gd name="adj1" fmla="val 65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 name="Google Shape;57;p7"/>
          <p:cNvSpPr txBox="1">
            <a:spLocks noGrp="1"/>
          </p:cNvSpPr>
          <p:nvPr>
            <p:ph type="ctrTitle"/>
          </p:nvPr>
        </p:nvSpPr>
        <p:spPr>
          <a:xfrm>
            <a:off x="720025" y="459150"/>
            <a:ext cx="5322300" cy="822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3000"/>
              <a:buNone/>
              <a:defRPr sz="4800">
                <a:solidFill>
                  <a:schemeClr val="lt1"/>
                </a:solidFill>
              </a:defRPr>
            </a:lvl1pPr>
            <a:lvl2pPr lvl="1" algn="r" rtl="0">
              <a:spcBef>
                <a:spcPts val="0"/>
              </a:spcBef>
              <a:spcAft>
                <a:spcPts val="0"/>
              </a:spcAft>
              <a:buClr>
                <a:schemeClr val="lt1"/>
              </a:buClr>
              <a:buSzPts val="2400"/>
              <a:buNone/>
              <a:defRPr sz="2400">
                <a:solidFill>
                  <a:schemeClr val="lt1"/>
                </a:solidFill>
              </a:defRPr>
            </a:lvl2pPr>
            <a:lvl3pPr lvl="2" algn="r" rtl="0">
              <a:spcBef>
                <a:spcPts val="0"/>
              </a:spcBef>
              <a:spcAft>
                <a:spcPts val="0"/>
              </a:spcAft>
              <a:buClr>
                <a:schemeClr val="lt1"/>
              </a:buClr>
              <a:buSzPts val="2400"/>
              <a:buNone/>
              <a:defRPr sz="2400">
                <a:solidFill>
                  <a:schemeClr val="lt1"/>
                </a:solidFill>
              </a:defRPr>
            </a:lvl3pPr>
            <a:lvl4pPr lvl="3" algn="r" rtl="0">
              <a:spcBef>
                <a:spcPts val="0"/>
              </a:spcBef>
              <a:spcAft>
                <a:spcPts val="0"/>
              </a:spcAft>
              <a:buClr>
                <a:schemeClr val="lt1"/>
              </a:buClr>
              <a:buSzPts val="2400"/>
              <a:buNone/>
              <a:defRPr sz="2400">
                <a:solidFill>
                  <a:schemeClr val="lt1"/>
                </a:solidFill>
              </a:defRPr>
            </a:lvl4pPr>
            <a:lvl5pPr lvl="4" algn="r" rtl="0">
              <a:spcBef>
                <a:spcPts val="0"/>
              </a:spcBef>
              <a:spcAft>
                <a:spcPts val="0"/>
              </a:spcAft>
              <a:buClr>
                <a:schemeClr val="lt1"/>
              </a:buClr>
              <a:buSzPts val="2400"/>
              <a:buNone/>
              <a:defRPr sz="2400">
                <a:solidFill>
                  <a:schemeClr val="lt1"/>
                </a:solidFill>
              </a:defRPr>
            </a:lvl5pPr>
            <a:lvl6pPr lvl="5" algn="r" rtl="0">
              <a:spcBef>
                <a:spcPts val="0"/>
              </a:spcBef>
              <a:spcAft>
                <a:spcPts val="0"/>
              </a:spcAft>
              <a:buClr>
                <a:schemeClr val="lt1"/>
              </a:buClr>
              <a:buSzPts val="2400"/>
              <a:buNone/>
              <a:defRPr sz="2400">
                <a:solidFill>
                  <a:schemeClr val="lt1"/>
                </a:solidFill>
              </a:defRPr>
            </a:lvl6pPr>
            <a:lvl7pPr lvl="6" algn="r" rtl="0">
              <a:spcBef>
                <a:spcPts val="0"/>
              </a:spcBef>
              <a:spcAft>
                <a:spcPts val="0"/>
              </a:spcAft>
              <a:buClr>
                <a:schemeClr val="lt1"/>
              </a:buClr>
              <a:buSzPts val="2400"/>
              <a:buNone/>
              <a:defRPr sz="2400">
                <a:solidFill>
                  <a:schemeClr val="lt1"/>
                </a:solidFill>
              </a:defRPr>
            </a:lvl7pPr>
            <a:lvl8pPr lvl="7" algn="r" rtl="0">
              <a:spcBef>
                <a:spcPts val="0"/>
              </a:spcBef>
              <a:spcAft>
                <a:spcPts val="0"/>
              </a:spcAft>
              <a:buClr>
                <a:schemeClr val="lt1"/>
              </a:buClr>
              <a:buSzPts val="2400"/>
              <a:buNone/>
              <a:defRPr sz="2400">
                <a:solidFill>
                  <a:schemeClr val="lt1"/>
                </a:solidFill>
              </a:defRPr>
            </a:lvl8pPr>
            <a:lvl9pPr lvl="8" algn="r" rtl="0">
              <a:spcBef>
                <a:spcPts val="0"/>
              </a:spcBef>
              <a:spcAft>
                <a:spcPts val="0"/>
              </a:spcAft>
              <a:buClr>
                <a:schemeClr val="lt1"/>
              </a:buClr>
              <a:buSzPts val="2400"/>
              <a:buNone/>
              <a:defRPr sz="2400">
                <a:solidFill>
                  <a:schemeClr val="lt1"/>
                </a:solidFill>
              </a:defRPr>
            </a:lvl9pPr>
          </a:lstStyle>
          <a:p>
            <a:endParaRPr/>
          </a:p>
        </p:txBody>
      </p:sp>
      <p:sp>
        <p:nvSpPr>
          <p:cNvPr id="58" name="Google Shape;58;p7"/>
          <p:cNvSpPr txBox="1">
            <a:spLocks noGrp="1"/>
          </p:cNvSpPr>
          <p:nvPr>
            <p:ph type="subTitle" idx="1"/>
          </p:nvPr>
        </p:nvSpPr>
        <p:spPr>
          <a:xfrm>
            <a:off x="720025" y="2888300"/>
            <a:ext cx="3026400" cy="2044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1600">
                <a:solidFill>
                  <a:schemeClr val="lt1"/>
                </a:solidFill>
              </a:defRPr>
            </a:lvl1pPr>
            <a:lvl2pPr lvl="1" rtl="0">
              <a:lnSpc>
                <a:spcPct val="100000"/>
              </a:lnSpc>
              <a:spcBef>
                <a:spcPts val="1600"/>
              </a:spcBef>
              <a:spcAft>
                <a:spcPts val="0"/>
              </a:spcAft>
              <a:buNone/>
              <a:defRPr sz="1600">
                <a:solidFill>
                  <a:schemeClr val="lt1"/>
                </a:solidFill>
              </a:defRPr>
            </a:lvl2pPr>
            <a:lvl3pPr lvl="2" rtl="0">
              <a:lnSpc>
                <a:spcPct val="100000"/>
              </a:lnSpc>
              <a:spcBef>
                <a:spcPts val="1600"/>
              </a:spcBef>
              <a:spcAft>
                <a:spcPts val="0"/>
              </a:spcAft>
              <a:buNone/>
              <a:defRPr sz="1600">
                <a:solidFill>
                  <a:schemeClr val="lt1"/>
                </a:solidFill>
              </a:defRPr>
            </a:lvl3pPr>
            <a:lvl4pPr lvl="3" rtl="0">
              <a:lnSpc>
                <a:spcPct val="100000"/>
              </a:lnSpc>
              <a:spcBef>
                <a:spcPts val="1600"/>
              </a:spcBef>
              <a:spcAft>
                <a:spcPts val="0"/>
              </a:spcAft>
              <a:buNone/>
              <a:defRPr sz="1600">
                <a:solidFill>
                  <a:schemeClr val="lt1"/>
                </a:solidFill>
              </a:defRPr>
            </a:lvl4pPr>
            <a:lvl5pPr lvl="4" rtl="0">
              <a:lnSpc>
                <a:spcPct val="100000"/>
              </a:lnSpc>
              <a:spcBef>
                <a:spcPts val="1600"/>
              </a:spcBef>
              <a:spcAft>
                <a:spcPts val="0"/>
              </a:spcAft>
              <a:buNone/>
              <a:defRPr sz="1600">
                <a:solidFill>
                  <a:schemeClr val="lt1"/>
                </a:solidFill>
              </a:defRPr>
            </a:lvl5pPr>
            <a:lvl6pPr lvl="5" rtl="0">
              <a:lnSpc>
                <a:spcPct val="100000"/>
              </a:lnSpc>
              <a:spcBef>
                <a:spcPts val="1600"/>
              </a:spcBef>
              <a:spcAft>
                <a:spcPts val="0"/>
              </a:spcAft>
              <a:buNone/>
              <a:defRPr sz="1600">
                <a:solidFill>
                  <a:schemeClr val="lt1"/>
                </a:solidFill>
              </a:defRPr>
            </a:lvl6pPr>
            <a:lvl7pPr lvl="6" rtl="0">
              <a:lnSpc>
                <a:spcPct val="100000"/>
              </a:lnSpc>
              <a:spcBef>
                <a:spcPts val="1600"/>
              </a:spcBef>
              <a:spcAft>
                <a:spcPts val="0"/>
              </a:spcAft>
              <a:buNone/>
              <a:defRPr sz="1600">
                <a:solidFill>
                  <a:schemeClr val="lt1"/>
                </a:solidFill>
              </a:defRPr>
            </a:lvl7pPr>
            <a:lvl8pPr lvl="7" rtl="0">
              <a:lnSpc>
                <a:spcPct val="100000"/>
              </a:lnSpc>
              <a:spcBef>
                <a:spcPts val="1600"/>
              </a:spcBef>
              <a:spcAft>
                <a:spcPts val="0"/>
              </a:spcAft>
              <a:buNone/>
              <a:defRPr sz="1600">
                <a:solidFill>
                  <a:schemeClr val="lt1"/>
                </a:solidFill>
              </a:defRPr>
            </a:lvl8pPr>
            <a:lvl9pPr lvl="8" rtl="0">
              <a:lnSpc>
                <a:spcPct val="100000"/>
              </a:lnSpc>
              <a:spcBef>
                <a:spcPts val="1600"/>
              </a:spcBef>
              <a:spcAft>
                <a:spcPts val="1600"/>
              </a:spcAft>
              <a:buNone/>
              <a:defRPr sz="1600">
                <a:solidFill>
                  <a:schemeClr val="lt1"/>
                </a:solidFil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6"/>
        <p:cNvGrpSpPr/>
        <p:nvPr/>
      </p:nvGrpSpPr>
      <p:grpSpPr>
        <a:xfrm>
          <a:off x="0" y="0"/>
          <a:ext cx="0" cy="0"/>
          <a:chOff x="0" y="0"/>
          <a:chExt cx="0" cy="0"/>
        </a:xfrm>
      </p:grpSpPr>
      <p:grpSp>
        <p:nvGrpSpPr>
          <p:cNvPr id="67" name="Google Shape;67;p9"/>
          <p:cNvGrpSpPr/>
          <p:nvPr/>
        </p:nvGrpSpPr>
        <p:grpSpPr>
          <a:xfrm>
            <a:off x="76200" y="76200"/>
            <a:ext cx="8991600" cy="4991100"/>
            <a:chOff x="76200" y="76200"/>
            <a:chExt cx="8991600" cy="4991100"/>
          </a:xfrm>
        </p:grpSpPr>
        <p:sp>
          <p:nvSpPr>
            <p:cNvPr id="68" name="Google Shape;68;p9"/>
            <p:cNvSpPr/>
            <p:nvPr/>
          </p:nvSpPr>
          <p:spPr>
            <a:xfrm>
              <a:off x="76200" y="76200"/>
              <a:ext cx="270600" cy="270600"/>
            </a:xfrm>
            <a:prstGeom prst="mathPlus">
              <a:avLst>
                <a:gd name="adj1" fmla="val 65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9"/>
            <p:cNvSpPr/>
            <p:nvPr/>
          </p:nvSpPr>
          <p:spPr>
            <a:xfrm>
              <a:off x="8797200" y="76200"/>
              <a:ext cx="270600" cy="270600"/>
            </a:xfrm>
            <a:prstGeom prst="mathPlus">
              <a:avLst>
                <a:gd name="adj1" fmla="val 65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9"/>
            <p:cNvSpPr/>
            <p:nvPr/>
          </p:nvSpPr>
          <p:spPr>
            <a:xfrm>
              <a:off x="76200" y="4796700"/>
              <a:ext cx="270600" cy="270600"/>
            </a:xfrm>
            <a:prstGeom prst="mathPlus">
              <a:avLst>
                <a:gd name="adj1" fmla="val 65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9"/>
            <p:cNvSpPr/>
            <p:nvPr/>
          </p:nvSpPr>
          <p:spPr>
            <a:xfrm>
              <a:off x="8797200" y="4796700"/>
              <a:ext cx="270600" cy="270600"/>
            </a:xfrm>
            <a:prstGeom prst="mathPlus">
              <a:avLst>
                <a:gd name="adj1" fmla="val 65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 name="Google Shape;72;p9"/>
          <p:cNvSpPr txBox="1">
            <a:spLocks noGrp="1"/>
          </p:cNvSpPr>
          <p:nvPr>
            <p:ph type="title"/>
          </p:nvPr>
        </p:nvSpPr>
        <p:spPr>
          <a:xfrm>
            <a:off x="3681725" y="2571746"/>
            <a:ext cx="4742100" cy="1053900"/>
          </a:xfrm>
          <a:prstGeom prst="rect">
            <a:avLst/>
          </a:prstGeom>
        </p:spPr>
        <p:txBody>
          <a:bodyPr spcFirstLastPara="1" wrap="square" lIns="91425" tIns="91425" rIns="91425" bIns="91425" anchor="b" anchorCtr="0">
            <a:noAutofit/>
          </a:bodyPr>
          <a:lstStyle>
            <a:lvl1pPr lvl="0" algn="r" rtl="0">
              <a:spcBef>
                <a:spcPts val="0"/>
              </a:spcBef>
              <a:spcAft>
                <a:spcPts val="0"/>
              </a:spcAft>
              <a:buSzPts val="4200"/>
              <a:buNone/>
              <a:defRPr sz="60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73" name="Google Shape;73;p9"/>
          <p:cNvSpPr txBox="1">
            <a:spLocks noGrp="1"/>
          </p:cNvSpPr>
          <p:nvPr>
            <p:ph type="subTitle" idx="1"/>
          </p:nvPr>
        </p:nvSpPr>
        <p:spPr>
          <a:xfrm>
            <a:off x="3681936" y="3625646"/>
            <a:ext cx="4742100" cy="7053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100"/>
              <a:buNone/>
              <a:defRPr sz="14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74" name="Google Shape;74;p9"/>
          <p:cNvSpPr txBox="1">
            <a:spLocks noGrp="1"/>
          </p:cNvSpPr>
          <p:nvPr>
            <p:ph type="title" idx="2" hasCustomPrompt="1"/>
          </p:nvPr>
        </p:nvSpPr>
        <p:spPr>
          <a:xfrm>
            <a:off x="1664950" y="759325"/>
            <a:ext cx="2100300" cy="12327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SzPts val="3600"/>
              <a:buNone/>
              <a:defRPr sz="6000"/>
            </a:lvl1pPr>
            <a:lvl2pPr lvl="1" algn="r" rtl="0">
              <a:spcBef>
                <a:spcPts val="0"/>
              </a:spcBef>
              <a:spcAft>
                <a:spcPts val="0"/>
              </a:spcAft>
              <a:buSzPts val="4800"/>
              <a:buFont typeface="DM Sans"/>
              <a:buNone/>
              <a:defRPr sz="4800">
                <a:latin typeface="DM Sans"/>
                <a:ea typeface="DM Sans"/>
                <a:cs typeface="DM Sans"/>
                <a:sym typeface="DM Sans"/>
              </a:defRPr>
            </a:lvl2pPr>
            <a:lvl3pPr lvl="2" algn="r" rtl="0">
              <a:spcBef>
                <a:spcPts val="0"/>
              </a:spcBef>
              <a:spcAft>
                <a:spcPts val="0"/>
              </a:spcAft>
              <a:buSzPts val="4800"/>
              <a:buFont typeface="DM Sans"/>
              <a:buNone/>
              <a:defRPr sz="4800">
                <a:latin typeface="DM Sans"/>
                <a:ea typeface="DM Sans"/>
                <a:cs typeface="DM Sans"/>
                <a:sym typeface="DM Sans"/>
              </a:defRPr>
            </a:lvl3pPr>
            <a:lvl4pPr lvl="3" algn="r" rtl="0">
              <a:spcBef>
                <a:spcPts val="0"/>
              </a:spcBef>
              <a:spcAft>
                <a:spcPts val="0"/>
              </a:spcAft>
              <a:buSzPts val="4800"/>
              <a:buFont typeface="DM Sans"/>
              <a:buNone/>
              <a:defRPr sz="4800">
                <a:latin typeface="DM Sans"/>
                <a:ea typeface="DM Sans"/>
                <a:cs typeface="DM Sans"/>
                <a:sym typeface="DM Sans"/>
              </a:defRPr>
            </a:lvl4pPr>
            <a:lvl5pPr lvl="4" algn="r" rtl="0">
              <a:spcBef>
                <a:spcPts val="0"/>
              </a:spcBef>
              <a:spcAft>
                <a:spcPts val="0"/>
              </a:spcAft>
              <a:buSzPts val="4800"/>
              <a:buFont typeface="DM Sans"/>
              <a:buNone/>
              <a:defRPr sz="4800">
                <a:latin typeface="DM Sans"/>
                <a:ea typeface="DM Sans"/>
                <a:cs typeface="DM Sans"/>
                <a:sym typeface="DM Sans"/>
              </a:defRPr>
            </a:lvl5pPr>
            <a:lvl6pPr lvl="5" algn="r" rtl="0">
              <a:spcBef>
                <a:spcPts val="0"/>
              </a:spcBef>
              <a:spcAft>
                <a:spcPts val="0"/>
              </a:spcAft>
              <a:buSzPts val="4800"/>
              <a:buFont typeface="DM Sans"/>
              <a:buNone/>
              <a:defRPr sz="4800">
                <a:latin typeface="DM Sans"/>
                <a:ea typeface="DM Sans"/>
                <a:cs typeface="DM Sans"/>
                <a:sym typeface="DM Sans"/>
              </a:defRPr>
            </a:lvl6pPr>
            <a:lvl7pPr lvl="6" algn="r" rtl="0">
              <a:spcBef>
                <a:spcPts val="0"/>
              </a:spcBef>
              <a:spcAft>
                <a:spcPts val="0"/>
              </a:spcAft>
              <a:buSzPts val="4800"/>
              <a:buFont typeface="DM Sans"/>
              <a:buNone/>
              <a:defRPr sz="4800">
                <a:latin typeface="DM Sans"/>
                <a:ea typeface="DM Sans"/>
                <a:cs typeface="DM Sans"/>
                <a:sym typeface="DM Sans"/>
              </a:defRPr>
            </a:lvl7pPr>
            <a:lvl8pPr lvl="7" algn="r" rtl="0">
              <a:spcBef>
                <a:spcPts val="0"/>
              </a:spcBef>
              <a:spcAft>
                <a:spcPts val="0"/>
              </a:spcAft>
              <a:buSzPts val="4800"/>
              <a:buFont typeface="DM Sans"/>
              <a:buNone/>
              <a:defRPr sz="4800">
                <a:latin typeface="DM Sans"/>
                <a:ea typeface="DM Sans"/>
                <a:cs typeface="DM Sans"/>
                <a:sym typeface="DM Sans"/>
              </a:defRPr>
            </a:lvl8pPr>
            <a:lvl9pPr lvl="8" algn="r" rtl="0">
              <a:spcBef>
                <a:spcPts val="0"/>
              </a:spcBef>
              <a:spcAft>
                <a:spcPts val="0"/>
              </a:spcAft>
              <a:buSzPts val="4800"/>
              <a:buFont typeface="DM Sans"/>
              <a:buNone/>
              <a:defRPr sz="4800">
                <a:latin typeface="DM Sans"/>
                <a:ea typeface="DM Sans"/>
                <a:cs typeface="DM Sans"/>
                <a:sym typeface="DM Sans"/>
              </a:defRPr>
            </a:lvl9pPr>
          </a:lstStyle>
          <a:p>
            <a:r>
              <a:t>xx%</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5"/>
        <p:cNvGrpSpPr/>
        <p:nvPr/>
      </p:nvGrpSpPr>
      <p:grpSpPr>
        <a:xfrm>
          <a:off x="0" y="0"/>
          <a:ext cx="0" cy="0"/>
          <a:chOff x="0" y="0"/>
          <a:chExt cx="0" cy="0"/>
        </a:xfrm>
      </p:grpSpPr>
      <p:grpSp>
        <p:nvGrpSpPr>
          <p:cNvPr id="76" name="Google Shape;76;p10"/>
          <p:cNvGrpSpPr/>
          <p:nvPr/>
        </p:nvGrpSpPr>
        <p:grpSpPr>
          <a:xfrm>
            <a:off x="76200" y="76200"/>
            <a:ext cx="8991600" cy="4991100"/>
            <a:chOff x="76200" y="76200"/>
            <a:chExt cx="8991600" cy="4991100"/>
          </a:xfrm>
        </p:grpSpPr>
        <p:sp>
          <p:nvSpPr>
            <p:cNvPr id="77" name="Google Shape;77;p10"/>
            <p:cNvSpPr/>
            <p:nvPr/>
          </p:nvSpPr>
          <p:spPr>
            <a:xfrm>
              <a:off x="76200" y="76200"/>
              <a:ext cx="270600" cy="270600"/>
            </a:xfrm>
            <a:prstGeom prst="mathPlus">
              <a:avLst>
                <a:gd name="adj1" fmla="val 65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0"/>
            <p:cNvSpPr/>
            <p:nvPr/>
          </p:nvSpPr>
          <p:spPr>
            <a:xfrm>
              <a:off x="8797200" y="76200"/>
              <a:ext cx="270600" cy="270600"/>
            </a:xfrm>
            <a:prstGeom prst="mathPlus">
              <a:avLst>
                <a:gd name="adj1" fmla="val 65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0"/>
            <p:cNvSpPr/>
            <p:nvPr/>
          </p:nvSpPr>
          <p:spPr>
            <a:xfrm>
              <a:off x="76200" y="4796700"/>
              <a:ext cx="270600" cy="270600"/>
            </a:xfrm>
            <a:prstGeom prst="mathPlus">
              <a:avLst>
                <a:gd name="adj1" fmla="val 65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0"/>
            <p:cNvSpPr/>
            <p:nvPr/>
          </p:nvSpPr>
          <p:spPr>
            <a:xfrm>
              <a:off x="8797200" y="4796700"/>
              <a:ext cx="270600" cy="270600"/>
            </a:xfrm>
            <a:prstGeom prst="mathPlus">
              <a:avLst>
                <a:gd name="adj1" fmla="val 65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1" name="Google Shape;81;p10"/>
          <p:cNvSpPr txBox="1">
            <a:spLocks noGrp="1"/>
          </p:cNvSpPr>
          <p:nvPr>
            <p:ph type="ctrTitle"/>
          </p:nvPr>
        </p:nvSpPr>
        <p:spPr>
          <a:xfrm>
            <a:off x="1410611" y="490996"/>
            <a:ext cx="6322800" cy="5778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2400"/>
              <a:buNone/>
              <a:defRPr sz="2400">
                <a:solidFill>
                  <a:schemeClr val="lt1"/>
                </a:solidFill>
              </a:defRPr>
            </a:lvl1pPr>
            <a:lvl2pPr lvl="1" rtl="0">
              <a:spcBef>
                <a:spcPts val="0"/>
              </a:spcBef>
              <a:spcAft>
                <a:spcPts val="0"/>
              </a:spcAft>
              <a:buClr>
                <a:schemeClr val="lt1"/>
              </a:buClr>
              <a:buSzPts val="2400"/>
              <a:buFont typeface="DM Sans"/>
              <a:buNone/>
              <a:defRPr sz="2400">
                <a:solidFill>
                  <a:schemeClr val="lt1"/>
                </a:solidFill>
                <a:latin typeface="DM Sans"/>
                <a:ea typeface="DM Sans"/>
                <a:cs typeface="DM Sans"/>
                <a:sym typeface="DM Sans"/>
              </a:defRPr>
            </a:lvl2pPr>
            <a:lvl3pPr lvl="2" rtl="0">
              <a:spcBef>
                <a:spcPts val="0"/>
              </a:spcBef>
              <a:spcAft>
                <a:spcPts val="0"/>
              </a:spcAft>
              <a:buClr>
                <a:schemeClr val="lt1"/>
              </a:buClr>
              <a:buSzPts val="2400"/>
              <a:buFont typeface="DM Sans"/>
              <a:buNone/>
              <a:defRPr sz="2400">
                <a:solidFill>
                  <a:schemeClr val="lt1"/>
                </a:solidFill>
                <a:latin typeface="DM Sans"/>
                <a:ea typeface="DM Sans"/>
                <a:cs typeface="DM Sans"/>
                <a:sym typeface="DM Sans"/>
              </a:defRPr>
            </a:lvl3pPr>
            <a:lvl4pPr lvl="3" rtl="0">
              <a:spcBef>
                <a:spcPts val="0"/>
              </a:spcBef>
              <a:spcAft>
                <a:spcPts val="0"/>
              </a:spcAft>
              <a:buClr>
                <a:schemeClr val="lt1"/>
              </a:buClr>
              <a:buSzPts val="2400"/>
              <a:buFont typeface="DM Sans"/>
              <a:buNone/>
              <a:defRPr sz="2400">
                <a:solidFill>
                  <a:schemeClr val="lt1"/>
                </a:solidFill>
                <a:latin typeface="DM Sans"/>
                <a:ea typeface="DM Sans"/>
                <a:cs typeface="DM Sans"/>
                <a:sym typeface="DM Sans"/>
              </a:defRPr>
            </a:lvl4pPr>
            <a:lvl5pPr lvl="4" rtl="0">
              <a:spcBef>
                <a:spcPts val="0"/>
              </a:spcBef>
              <a:spcAft>
                <a:spcPts val="0"/>
              </a:spcAft>
              <a:buClr>
                <a:schemeClr val="lt1"/>
              </a:buClr>
              <a:buSzPts val="2400"/>
              <a:buFont typeface="DM Sans"/>
              <a:buNone/>
              <a:defRPr sz="2400">
                <a:solidFill>
                  <a:schemeClr val="lt1"/>
                </a:solidFill>
                <a:latin typeface="DM Sans"/>
                <a:ea typeface="DM Sans"/>
                <a:cs typeface="DM Sans"/>
                <a:sym typeface="DM Sans"/>
              </a:defRPr>
            </a:lvl5pPr>
            <a:lvl6pPr lvl="5" rtl="0">
              <a:spcBef>
                <a:spcPts val="0"/>
              </a:spcBef>
              <a:spcAft>
                <a:spcPts val="0"/>
              </a:spcAft>
              <a:buClr>
                <a:schemeClr val="lt1"/>
              </a:buClr>
              <a:buSzPts val="2400"/>
              <a:buFont typeface="DM Sans"/>
              <a:buNone/>
              <a:defRPr sz="2400">
                <a:solidFill>
                  <a:schemeClr val="lt1"/>
                </a:solidFill>
                <a:latin typeface="DM Sans"/>
                <a:ea typeface="DM Sans"/>
                <a:cs typeface="DM Sans"/>
                <a:sym typeface="DM Sans"/>
              </a:defRPr>
            </a:lvl6pPr>
            <a:lvl7pPr lvl="6" rtl="0">
              <a:spcBef>
                <a:spcPts val="0"/>
              </a:spcBef>
              <a:spcAft>
                <a:spcPts val="0"/>
              </a:spcAft>
              <a:buClr>
                <a:schemeClr val="lt1"/>
              </a:buClr>
              <a:buSzPts val="2400"/>
              <a:buFont typeface="DM Sans"/>
              <a:buNone/>
              <a:defRPr sz="2400">
                <a:solidFill>
                  <a:schemeClr val="lt1"/>
                </a:solidFill>
                <a:latin typeface="DM Sans"/>
                <a:ea typeface="DM Sans"/>
                <a:cs typeface="DM Sans"/>
                <a:sym typeface="DM Sans"/>
              </a:defRPr>
            </a:lvl7pPr>
            <a:lvl8pPr lvl="7" rtl="0">
              <a:spcBef>
                <a:spcPts val="0"/>
              </a:spcBef>
              <a:spcAft>
                <a:spcPts val="0"/>
              </a:spcAft>
              <a:buClr>
                <a:schemeClr val="lt1"/>
              </a:buClr>
              <a:buSzPts val="2400"/>
              <a:buFont typeface="DM Sans"/>
              <a:buNone/>
              <a:defRPr sz="2400">
                <a:solidFill>
                  <a:schemeClr val="lt1"/>
                </a:solidFill>
                <a:latin typeface="DM Sans"/>
                <a:ea typeface="DM Sans"/>
                <a:cs typeface="DM Sans"/>
                <a:sym typeface="DM Sans"/>
              </a:defRPr>
            </a:lvl8pPr>
            <a:lvl9pPr lvl="8" rtl="0">
              <a:spcBef>
                <a:spcPts val="0"/>
              </a:spcBef>
              <a:spcAft>
                <a:spcPts val="0"/>
              </a:spcAft>
              <a:buClr>
                <a:schemeClr val="lt1"/>
              </a:buClr>
              <a:buSzPts val="2400"/>
              <a:buFont typeface="DM Sans"/>
              <a:buNone/>
              <a:defRPr sz="2400">
                <a:solidFill>
                  <a:schemeClr val="lt1"/>
                </a:solidFill>
                <a:latin typeface="DM Sans"/>
                <a:ea typeface="DM Sans"/>
                <a:cs typeface="DM Sans"/>
                <a:sym typeface="DM Sans"/>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9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2800"/>
              <a:buFont typeface="Anton"/>
              <a:buNone/>
              <a:defRPr sz="2800">
                <a:solidFill>
                  <a:schemeClr val="dk2"/>
                </a:solidFill>
                <a:latin typeface="Anton"/>
                <a:ea typeface="Anton"/>
                <a:cs typeface="Anton"/>
                <a:sym typeface="Anton"/>
              </a:defRPr>
            </a:lvl1pPr>
            <a:lvl2pPr lvl="1" rtl="0">
              <a:spcBef>
                <a:spcPts val="0"/>
              </a:spcBef>
              <a:spcAft>
                <a:spcPts val="0"/>
              </a:spcAft>
              <a:buClr>
                <a:schemeClr val="dk2"/>
              </a:buClr>
              <a:buSzPts val="2800"/>
              <a:buFont typeface="Anton"/>
              <a:buNone/>
              <a:defRPr sz="2800">
                <a:solidFill>
                  <a:schemeClr val="dk2"/>
                </a:solidFill>
                <a:latin typeface="Anton"/>
                <a:ea typeface="Anton"/>
                <a:cs typeface="Anton"/>
                <a:sym typeface="Anton"/>
              </a:defRPr>
            </a:lvl2pPr>
            <a:lvl3pPr lvl="2" rtl="0">
              <a:spcBef>
                <a:spcPts val="0"/>
              </a:spcBef>
              <a:spcAft>
                <a:spcPts val="0"/>
              </a:spcAft>
              <a:buClr>
                <a:schemeClr val="dk2"/>
              </a:buClr>
              <a:buSzPts val="2800"/>
              <a:buFont typeface="Anton"/>
              <a:buNone/>
              <a:defRPr sz="2800">
                <a:solidFill>
                  <a:schemeClr val="dk2"/>
                </a:solidFill>
                <a:latin typeface="Anton"/>
                <a:ea typeface="Anton"/>
                <a:cs typeface="Anton"/>
                <a:sym typeface="Anton"/>
              </a:defRPr>
            </a:lvl3pPr>
            <a:lvl4pPr lvl="3" rtl="0">
              <a:spcBef>
                <a:spcPts val="0"/>
              </a:spcBef>
              <a:spcAft>
                <a:spcPts val="0"/>
              </a:spcAft>
              <a:buClr>
                <a:schemeClr val="dk2"/>
              </a:buClr>
              <a:buSzPts val="2800"/>
              <a:buFont typeface="Anton"/>
              <a:buNone/>
              <a:defRPr sz="2800">
                <a:solidFill>
                  <a:schemeClr val="dk2"/>
                </a:solidFill>
                <a:latin typeface="Anton"/>
                <a:ea typeface="Anton"/>
                <a:cs typeface="Anton"/>
                <a:sym typeface="Anton"/>
              </a:defRPr>
            </a:lvl4pPr>
            <a:lvl5pPr lvl="4" rtl="0">
              <a:spcBef>
                <a:spcPts val="0"/>
              </a:spcBef>
              <a:spcAft>
                <a:spcPts val="0"/>
              </a:spcAft>
              <a:buClr>
                <a:schemeClr val="dk2"/>
              </a:buClr>
              <a:buSzPts val="2800"/>
              <a:buFont typeface="Anton"/>
              <a:buNone/>
              <a:defRPr sz="2800">
                <a:solidFill>
                  <a:schemeClr val="dk2"/>
                </a:solidFill>
                <a:latin typeface="Anton"/>
                <a:ea typeface="Anton"/>
                <a:cs typeface="Anton"/>
                <a:sym typeface="Anton"/>
              </a:defRPr>
            </a:lvl5pPr>
            <a:lvl6pPr lvl="5" rtl="0">
              <a:spcBef>
                <a:spcPts val="0"/>
              </a:spcBef>
              <a:spcAft>
                <a:spcPts val="0"/>
              </a:spcAft>
              <a:buClr>
                <a:schemeClr val="dk2"/>
              </a:buClr>
              <a:buSzPts val="2800"/>
              <a:buFont typeface="Anton"/>
              <a:buNone/>
              <a:defRPr sz="2800">
                <a:solidFill>
                  <a:schemeClr val="dk2"/>
                </a:solidFill>
                <a:latin typeface="Anton"/>
                <a:ea typeface="Anton"/>
                <a:cs typeface="Anton"/>
                <a:sym typeface="Anton"/>
              </a:defRPr>
            </a:lvl6pPr>
            <a:lvl7pPr lvl="6" rtl="0">
              <a:spcBef>
                <a:spcPts val="0"/>
              </a:spcBef>
              <a:spcAft>
                <a:spcPts val="0"/>
              </a:spcAft>
              <a:buClr>
                <a:schemeClr val="dk2"/>
              </a:buClr>
              <a:buSzPts val="2800"/>
              <a:buFont typeface="Anton"/>
              <a:buNone/>
              <a:defRPr sz="2800">
                <a:solidFill>
                  <a:schemeClr val="dk2"/>
                </a:solidFill>
                <a:latin typeface="Anton"/>
                <a:ea typeface="Anton"/>
                <a:cs typeface="Anton"/>
                <a:sym typeface="Anton"/>
              </a:defRPr>
            </a:lvl7pPr>
            <a:lvl8pPr lvl="7" rtl="0">
              <a:spcBef>
                <a:spcPts val="0"/>
              </a:spcBef>
              <a:spcAft>
                <a:spcPts val="0"/>
              </a:spcAft>
              <a:buClr>
                <a:schemeClr val="dk2"/>
              </a:buClr>
              <a:buSzPts val="2800"/>
              <a:buFont typeface="Anton"/>
              <a:buNone/>
              <a:defRPr sz="2800">
                <a:solidFill>
                  <a:schemeClr val="dk2"/>
                </a:solidFill>
                <a:latin typeface="Anton"/>
                <a:ea typeface="Anton"/>
                <a:cs typeface="Anton"/>
                <a:sym typeface="Anton"/>
              </a:defRPr>
            </a:lvl8pPr>
            <a:lvl9pPr lvl="8" rtl="0">
              <a:spcBef>
                <a:spcPts val="0"/>
              </a:spcBef>
              <a:spcAft>
                <a:spcPts val="0"/>
              </a:spcAft>
              <a:buClr>
                <a:schemeClr val="dk2"/>
              </a:buClr>
              <a:buSzPts val="2800"/>
              <a:buFont typeface="Anton"/>
              <a:buNone/>
              <a:defRPr sz="2800">
                <a:solidFill>
                  <a:schemeClr val="dk2"/>
                </a:solidFill>
                <a:latin typeface="Anton"/>
                <a:ea typeface="Anton"/>
                <a:cs typeface="Anton"/>
                <a:sym typeface="Anton"/>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dk2"/>
              </a:buClr>
              <a:buSzPts val="1800"/>
              <a:buFont typeface="Anaheim"/>
              <a:buChar char="●"/>
              <a:defRPr sz="1800">
                <a:solidFill>
                  <a:schemeClr val="dk2"/>
                </a:solidFill>
                <a:latin typeface="Anaheim"/>
                <a:ea typeface="Anaheim"/>
                <a:cs typeface="Anaheim"/>
                <a:sym typeface="Anaheim"/>
              </a:defRPr>
            </a:lvl1pPr>
            <a:lvl2pPr marL="914400" lvl="1" indent="-317500" rtl="0">
              <a:lnSpc>
                <a:spcPct val="115000"/>
              </a:lnSpc>
              <a:spcBef>
                <a:spcPts val="1600"/>
              </a:spcBef>
              <a:spcAft>
                <a:spcPts val="0"/>
              </a:spcAft>
              <a:buClr>
                <a:schemeClr val="dk2"/>
              </a:buClr>
              <a:buSzPts val="1400"/>
              <a:buFont typeface="Anaheim"/>
              <a:buChar char="○"/>
              <a:defRPr>
                <a:solidFill>
                  <a:schemeClr val="dk2"/>
                </a:solidFill>
                <a:latin typeface="Anaheim"/>
                <a:ea typeface="Anaheim"/>
                <a:cs typeface="Anaheim"/>
                <a:sym typeface="Anaheim"/>
              </a:defRPr>
            </a:lvl2pPr>
            <a:lvl3pPr marL="1371600" lvl="2" indent="-317500" rtl="0">
              <a:lnSpc>
                <a:spcPct val="115000"/>
              </a:lnSpc>
              <a:spcBef>
                <a:spcPts val="1600"/>
              </a:spcBef>
              <a:spcAft>
                <a:spcPts val="0"/>
              </a:spcAft>
              <a:buClr>
                <a:schemeClr val="dk2"/>
              </a:buClr>
              <a:buSzPts val="1400"/>
              <a:buFont typeface="Anaheim"/>
              <a:buChar char="■"/>
              <a:defRPr>
                <a:solidFill>
                  <a:schemeClr val="dk2"/>
                </a:solidFill>
                <a:latin typeface="Anaheim"/>
                <a:ea typeface="Anaheim"/>
                <a:cs typeface="Anaheim"/>
                <a:sym typeface="Anaheim"/>
              </a:defRPr>
            </a:lvl3pPr>
            <a:lvl4pPr marL="1828800" lvl="3" indent="-317500" rtl="0">
              <a:lnSpc>
                <a:spcPct val="115000"/>
              </a:lnSpc>
              <a:spcBef>
                <a:spcPts val="1600"/>
              </a:spcBef>
              <a:spcAft>
                <a:spcPts val="0"/>
              </a:spcAft>
              <a:buClr>
                <a:schemeClr val="dk2"/>
              </a:buClr>
              <a:buSzPts val="1400"/>
              <a:buFont typeface="Anaheim"/>
              <a:buChar char="●"/>
              <a:defRPr>
                <a:solidFill>
                  <a:schemeClr val="dk2"/>
                </a:solidFill>
                <a:latin typeface="Anaheim"/>
                <a:ea typeface="Anaheim"/>
                <a:cs typeface="Anaheim"/>
                <a:sym typeface="Anaheim"/>
              </a:defRPr>
            </a:lvl4pPr>
            <a:lvl5pPr marL="2286000" lvl="4" indent="-317500" rtl="0">
              <a:lnSpc>
                <a:spcPct val="115000"/>
              </a:lnSpc>
              <a:spcBef>
                <a:spcPts val="1600"/>
              </a:spcBef>
              <a:spcAft>
                <a:spcPts val="0"/>
              </a:spcAft>
              <a:buClr>
                <a:schemeClr val="dk2"/>
              </a:buClr>
              <a:buSzPts val="1400"/>
              <a:buFont typeface="Anaheim"/>
              <a:buChar char="○"/>
              <a:defRPr>
                <a:solidFill>
                  <a:schemeClr val="dk2"/>
                </a:solidFill>
                <a:latin typeface="Anaheim"/>
                <a:ea typeface="Anaheim"/>
                <a:cs typeface="Anaheim"/>
                <a:sym typeface="Anaheim"/>
              </a:defRPr>
            </a:lvl5pPr>
            <a:lvl6pPr marL="2743200" lvl="5" indent="-317500" rtl="0">
              <a:lnSpc>
                <a:spcPct val="115000"/>
              </a:lnSpc>
              <a:spcBef>
                <a:spcPts val="1600"/>
              </a:spcBef>
              <a:spcAft>
                <a:spcPts val="0"/>
              </a:spcAft>
              <a:buClr>
                <a:schemeClr val="dk2"/>
              </a:buClr>
              <a:buSzPts val="1400"/>
              <a:buFont typeface="Anaheim"/>
              <a:buChar char="■"/>
              <a:defRPr>
                <a:solidFill>
                  <a:schemeClr val="dk2"/>
                </a:solidFill>
                <a:latin typeface="Anaheim"/>
                <a:ea typeface="Anaheim"/>
                <a:cs typeface="Anaheim"/>
                <a:sym typeface="Anaheim"/>
              </a:defRPr>
            </a:lvl6pPr>
            <a:lvl7pPr marL="3200400" lvl="6" indent="-317500" rtl="0">
              <a:lnSpc>
                <a:spcPct val="115000"/>
              </a:lnSpc>
              <a:spcBef>
                <a:spcPts val="1600"/>
              </a:spcBef>
              <a:spcAft>
                <a:spcPts val="0"/>
              </a:spcAft>
              <a:buClr>
                <a:schemeClr val="dk2"/>
              </a:buClr>
              <a:buSzPts val="1400"/>
              <a:buFont typeface="Anaheim"/>
              <a:buChar char="●"/>
              <a:defRPr>
                <a:solidFill>
                  <a:schemeClr val="dk2"/>
                </a:solidFill>
                <a:latin typeface="Anaheim"/>
                <a:ea typeface="Anaheim"/>
                <a:cs typeface="Anaheim"/>
                <a:sym typeface="Anaheim"/>
              </a:defRPr>
            </a:lvl7pPr>
            <a:lvl8pPr marL="3657600" lvl="7" indent="-317500" rtl="0">
              <a:lnSpc>
                <a:spcPct val="115000"/>
              </a:lnSpc>
              <a:spcBef>
                <a:spcPts val="1600"/>
              </a:spcBef>
              <a:spcAft>
                <a:spcPts val="0"/>
              </a:spcAft>
              <a:buClr>
                <a:schemeClr val="dk2"/>
              </a:buClr>
              <a:buSzPts val="1400"/>
              <a:buFont typeface="Anaheim"/>
              <a:buChar char="○"/>
              <a:defRPr>
                <a:solidFill>
                  <a:schemeClr val="dk2"/>
                </a:solidFill>
                <a:latin typeface="Anaheim"/>
                <a:ea typeface="Anaheim"/>
                <a:cs typeface="Anaheim"/>
                <a:sym typeface="Anaheim"/>
              </a:defRPr>
            </a:lvl8pPr>
            <a:lvl9pPr marL="4114800" lvl="8" indent="-317500" rtl="0">
              <a:lnSpc>
                <a:spcPct val="115000"/>
              </a:lnSpc>
              <a:spcBef>
                <a:spcPts val="1600"/>
              </a:spcBef>
              <a:spcAft>
                <a:spcPts val="1600"/>
              </a:spcAft>
              <a:buClr>
                <a:schemeClr val="dk2"/>
              </a:buClr>
              <a:buSzPts val="1400"/>
              <a:buFont typeface="Anaheim"/>
              <a:buChar char="■"/>
              <a:defRPr>
                <a:solidFill>
                  <a:schemeClr val="dk2"/>
                </a:solidFill>
                <a:latin typeface="Anaheim"/>
                <a:ea typeface="Anaheim"/>
                <a:cs typeface="Anaheim"/>
                <a:sym typeface="Anahei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2" r:id="rId3"/>
    <p:sldLayoutId id="2147483653" r:id="rId4"/>
    <p:sldLayoutId id="2147483655" r:id="rId5"/>
    <p:sldLayoutId id="2147483656" r:id="rId6"/>
    <p:sldLayoutId id="2147483658" r:id="rId7"/>
  </p:sldLayoutIdLst>
  <p:hf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31.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image" Target="../media/image45.png"/><Relationship Id="rId4" Type="http://schemas.openxmlformats.org/officeDocument/2006/relationships/image" Target="../media/image44.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image" Target="../media/image48.jpg"/><Relationship Id="rId4" Type="http://schemas.openxmlformats.org/officeDocument/2006/relationships/image" Target="../media/image47.png"/></Relationships>
</file>

<file path=ppt/slides/_rels/slide2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50.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dk1"/>
        </a:solidFill>
        <a:effectLst/>
      </p:bgPr>
    </p:bg>
    <p:spTree>
      <p:nvGrpSpPr>
        <p:cNvPr id="1" name=""/>
        <p:cNvGrpSpPr/>
        <p:nvPr/>
      </p:nvGrpSpPr>
      <p:grpSpPr>
        <a:xfrm>
          <a:off x="0" y="0"/>
          <a:ext cx="0" cy="0"/>
          <a:chOff x="0" y="0"/>
          <a:chExt cx="0" cy="0"/>
        </a:xfrm>
      </p:grpSpPr>
      <p:sp>
        <p:nvSpPr>
          <p:cNvPr id="2" name="Google Shape;223;p25">
            <a:extLst>
              <a:ext uri="{FF2B5EF4-FFF2-40B4-BE49-F238E27FC236}">
                <a16:creationId xmlns:a16="http://schemas.microsoft.com/office/drawing/2014/main" id="{71CB8B03-2BA4-43A8-B548-F91E85AC9C7A}"/>
              </a:ext>
            </a:extLst>
          </p:cNvPr>
          <p:cNvSpPr/>
          <p:nvPr/>
        </p:nvSpPr>
        <p:spPr>
          <a:xfrm>
            <a:off x="4095050" y="667188"/>
            <a:ext cx="198000" cy="198000"/>
          </a:xfrm>
          <a:prstGeom prst="rect">
            <a:avLst/>
          </a:prstGeom>
          <a:solidFill>
            <a:srgbClr val="0F4C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F4C81"/>
              </a:solidFill>
            </a:endParaRPr>
          </a:p>
        </p:txBody>
      </p:sp>
      <p:sp>
        <p:nvSpPr>
          <p:cNvPr id="3" name="Google Shape;224;p25">
            <a:extLst>
              <a:ext uri="{FF2B5EF4-FFF2-40B4-BE49-F238E27FC236}">
                <a16:creationId xmlns:a16="http://schemas.microsoft.com/office/drawing/2014/main" id="{7230DE6B-0925-4F11-9400-DBF5BEAECFF0}"/>
              </a:ext>
            </a:extLst>
          </p:cNvPr>
          <p:cNvSpPr/>
          <p:nvPr/>
        </p:nvSpPr>
        <p:spPr>
          <a:xfrm>
            <a:off x="5067256" y="667188"/>
            <a:ext cx="198000" cy="198000"/>
          </a:xfrm>
          <a:prstGeom prst="rect">
            <a:avLst/>
          </a:prstGeom>
          <a:solidFill>
            <a:srgbClr val="98BE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0AA9B"/>
              </a:solidFill>
            </a:endParaRPr>
          </a:p>
        </p:txBody>
      </p:sp>
      <p:sp>
        <p:nvSpPr>
          <p:cNvPr id="4" name="Google Shape;225;p25">
            <a:extLst>
              <a:ext uri="{FF2B5EF4-FFF2-40B4-BE49-F238E27FC236}">
                <a16:creationId xmlns:a16="http://schemas.microsoft.com/office/drawing/2014/main" id="{F86FF7D4-4218-4AD1-9C65-86A4BF14225A}"/>
              </a:ext>
            </a:extLst>
          </p:cNvPr>
          <p:cNvSpPr/>
          <p:nvPr/>
        </p:nvSpPr>
        <p:spPr>
          <a:xfrm>
            <a:off x="4747950" y="667188"/>
            <a:ext cx="198000" cy="198000"/>
          </a:xfrm>
          <a:prstGeom prst="rect">
            <a:avLst/>
          </a:prstGeom>
          <a:solidFill>
            <a:srgbClr val="EF46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 name="L-Shape 4">
            <a:extLst>
              <a:ext uri="{FF2B5EF4-FFF2-40B4-BE49-F238E27FC236}">
                <a16:creationId xmlns:a16="http://schemas.microsoft.com/office/drawing/2014/main" id="{5469EBA9-32E0-40CA-9C69-1033C730C736}"/>
              </a:ext>
            </a:extLst>
          </p:cNvPr>
          <p:cNvSpPr/>
          <p:nvPr/>
        </p:nvSpPr>
        <p:spPr>
          <a:xfrm rot="10800000">
            <a:off x="8689336" y="-226315"/>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AA9B"/>
              </a:solidFill>
            </a:endParaRPr>
          </a:p>
        </p:txBody>
      </p:sp>
      <p:sp>
        <p:nvSpPr>
          <p:cNvPr id="6" name="Rectangle 5">
            <a:extLst>
              <a:ext uri="{FF2B5EF4-FFF2-40B4-BE49-F238E27FC236}">
                <a16:creationId xmlns:a16="http://schemas.microsoft.com/office/drawing/2014/main" id="{2B8AF01A-8746-41FC-A454-B7A25ACC2AB5}"/>
              </a:ext>
            </a:extLst>
          </p:cNvPr>
          <p:cNvSpPr/>
          <p:nvPr/>
        </p:nvSpPr>
        <p:spPr>
          <a:xfrm>
            <a:off x="8772538" y="4749282"/>
            <a:ext cx="371462" cy="378619"/>
          </a:xfrm>
          <a:prstGeom prst="rect">
            <a:avLst/>
          </a:prstGeom>
          <a:solidFill>
            <a:srgbClr val="EF4641"/>
          </a:solidFill>
          <a:ln>
            <a:solidFill>
              <a:srgbClr val="EF46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8D01F42-0A4F-4BDF-82F2-097B314845B7}"/>
              </a:ext>
            </a:extLst>
          </p:cNvPr>
          <p:cNvSpPr/>
          <p:nvPr/>
        </p:nvSpPr>
        <p:spPr>
          <a:xfrm>
            <a:off x="0" y="4780121"/>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AA9B"/>
              </a:solidFill>
            </a:endParaRPr>
          </a:p>
        </p:txBody>
      </p:sp>
      <p:sp>
        <p:nvSpPr>
          <p:cNvPr id="15" name="Google Shape;222;p25">
            <a:extLst>
              <a:ext uri="{FF2B5EF4-FFF2-40B4-BE49-F238E27FC236}">
                <a16:creationId xmlns:a16="http://schemas.microsoft.com/office/drawing/2014/main" id="{F78CB100-478B-4FB3-B917-2B48A751A8D5}"/>
              </a:ext>
            </a:extLst>
          </p:cNvPr>
          <p:cNvSpPr txBox="1">
            <a:spLocks/>
          </p:cNvSpPr>
          <p:nvPr/>
        </p:nvSpPr>
        <p:spPr>
          <a:xfrm flipH="1">
            <a:off x="319962" y="1791180"/>
            <a:ext cx="8401075" cy="980959"/>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fr-FR" sz="2800" dirty="0">
                <a:solidFill>
                  <a:srgbClr val="232D4B"/>
                </a:solidFill>
                <a:latin typeface="Anton" panose="020B0604020202020204" charset="0"/>
              </a:rPr>
              <a:t>Développement et mise en place d’une caméra pour l’analyse de Smart </a:t>
            </a:r>
            <a:r>
              <a:rPr lang="fr-FR" sz="2800" dirty="0" err="1">
                <a:solidFill>
                  <a:srgbClr val="232D4B"/>
                </a:solidFill>
                <a:latin typeface="Anton" panose="020B0604020202020204" charset="0"/>
              </a:rPr>
              <a:t>Space</a:t>
            </a:r>
            <a:endParaRPr lang="en-US" sz="2800" dirty="0">
              <a:solidFill>
                <a:srgbClr val="98BEE0"/>
              </a:solidFill>
              <a:latin typeface="Anton" panose="020B0604020202020204" charset="0"/>
            </a:endParaRPr>
          </a:p>
        </p:txBody>
      </p:sp>
      <p:sp>
        <p:nvSpPr>
          <p:cNvPr id="18" name="Google Shape;221;p25">
            <a:extLst>
              <a:ext uri="{FF2B5EF4-FFF2-40B4-BE49-F238E27FC236}">
                <a16:creationId xmlns:a16="http://schemas.microsoft.com/office/drawing/2014/main" id="{B050AFC8-3735-45FF-9949-EA7F8A6FBDBF}"/>
              </a:ext>
            </a:extLst>
          </p:cNvPr>
          <p:cNvSpPr txBox="1">
            <a:spLocks/>
          </p:cNvSpPr>
          <p:nvPr/>
        </p:nvSpPr>
        <p:spPr>
          <a:xfrm flipH="1">
            <a:off x="1565244" y="-83872"/>
            <a:ext cx="6127812" cy="7392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600" dirty="0">
                <a:latin typeface="Times New Roman" panose="02020603050405020304" pitchFamily="18" charset="0"/>
                <a:cs typeface="Times New Roman" panose="02020603050405020304" pitchFamily="18" charset="0"/>
              </a:rPr>
              <a:t>Institut supérieur d’informatique et des Techniques de Communication Hammam Sousse</a:t>
            </a:r>
          </a:p>
        </p:txBody>
      </p:sp>
      <p:sp>
        <p:nvSpPr>
          <p:cNvPr id="20" name="Google Shape;224;p25">
            <a:extLst>
              <a:ext uri="{FF2B5EF4-FFF2-40B4-BE49-F238E27FC236}">
                <a16:creationId xmlns:a16="http://schemas.microsoft.com/office/drawing/2014/main" id="{E5420D46-DF9A-4314-90D7-D51E37D09DDC}"/>
              </a:ext>
            </a:extLst>
          </p:cNvPr>
          <p:cNvSpPr/>
          <p:nvPr/>
        </p:nvSpPr>
        <p:spPr>
          <a:xfrm>
            <a:off x="4421500" y="667188"/>
            <a:ext cx="198000" cy="198000"/>
          </a:xfrm>
          <a:prstGeom prst="rect">
            <a:avLst/>
          </a:prstGeom>
          <a:solidFill>
            <a:srgbClr val="69A1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AA9B"/>
              </a:solidFill>
            </a:endParaRPr>
          </a:p>
        </p:txBody>
      </p:sp>
      <p:sp>
        <p:nvSpPr>
          <p:cNvPr id="23" name="TextBox 22">
            <a:extLst>
              <a:ext uri="{FF2B5EF4-FFF2-40B4-BE49-F238E27FC236}">
                <a16:creationId xmlns:a16="http://schemas.microsoft.com/office/drawing/2014/main" id="{13E302FE-DBC3-4238-85B9-385B9CCE0FBB}"/>
              </a:ext>
            </a:extLst>
          </p:cNvPr>
          <p:cNvSpPr txBox="1"/>
          <p:nvPr/>
        </p:nvSpPr>
        <p:spPr>
          <a:xfrm>
            <a:off x="2413956" y="1124148"/>
            <a:ext cx="4156314" cy="523220"/>
          </a:xfrm>
          <a:prstGeom prst="rect">
            <a:avLst/>
          </a:prstGeom>
          <a:noFill/>
        </p:spPr>
        <p:txBody>
          <a:bodyPr wrap="square">
            <a:spAutoFit/>
          </a:bodyPr>
          <a:lstStyle/>
          <a:p>
            <a:pPr algn="ctr"/>
            <a:r>
              <a:rPr lang="en-US" sz="2800" b="1" dirty="0" err="1">
                <a:solidFill>
                  <a:srgbClr val="222C4A"/>
                </a:solidFill>
                <a:latin typeface="Times New Roman" panose="02020603050405020304" pitchFamily="18" charset="0"/>
                <a:cs typeface="Times New Roman" panose="02020603050405020304" pitchFamily="18" charset="0"/>
              </a:rPr>
              <a:t>Projet</a:t>
            </a:r>
            <a:r>
              <a:rPr lang="en-US" sz="2800" b="1" dirty="0">
                <a:solidFill>
                  <a:srgbClr val="222C4A"/>
                </a:solidFill>
                <a:latin typeface="Times New Roman" panose="02020603050405020304" pitchFamily="18" charset="0"/>
                <a:cs typeface="Times New Roman" panose="02020603050405020304" pitchFamily="18" charset="0"/>
              </a:rPr>
              <a:t> de Fin </a:t>
            </a:r>
            <a:r>
              <a:rPr lang="en-US" sz="2800" b="1" dirty="0" err="1">
                <a:solidFill>
                  <a:srgbClr val="222C4A"/>
                </a:solidFill>
                <a:latin typeface="Times New Roman" panose="02020603050405020304" pitchFamily="18" charset="0"/>
                <a:cs typeface="Times New Roman" panose="02020603050405020304" pitchFamily="18" charset="0"/>
              </a:rPr>
              <a:t>d’</a:t>
            </a:r>
            <a:r>
              <a:rPr lang="en-US" sz="2800" b="1" i="0" u="none" strike="noStrike" baseline="0" dirty="0" err="1">
                <a:solidFill>
                  <a:srgbClr val="232D4B"/>
                </a:solidFill>
                <a:latin typeface="Times New Roman" panose="02020603050405020304" pitchFamily="18" charset="0"/>
                <a:cs typeface="Times New Roman" panose="02020603050405020304" pitchFamily="18" charset="0"/>
              </a:rPr>
              <a:t>É</a:t>
            </a:r>
            <a:r>
              <a:rPr lang="en-US" sz="2800" b="1" dirty="0" err="1">
                <a:solidFill>
                  <a:srgbClr val="222C4A"/>
                </a:solidFill>
                <a:latin typeface="Times New Roman" panose="02020603050405020304" pitchFamily="18" charset="0"/>
                <a:cs typeface="Times New Roman" panose="02020603050405020304" pitchFamily="18" charset="0"/>
              </a:rPr>
              <a:t>tudes</a:t>
            </a:r>
            <a:endParaRPr lang="en-US" sz="2800" b="1" dirty="0">
              <a:solidFill>
                <a:srgbClr val="222C4A"/>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C027AAEB-3B93-4242-B093-8E9173EF3C64}"/>
              </a:ext>
            </a:extLst>
          </p:cNvPr>
          <p:cNvSpPr txBox="1"/>
          <p:nvPr/>
        </p:nvSpPr>
        <p:spPr>
          <a:xfrm>
            <a:off x="3398878" y="4763951"/>
            <a:ext cx="3099155" cy="307777"/>
          </a:xfrm>
          <a:prstGeom prst="rect">
            <a:avLst/>
          </a:prstGeom>
          <a:noFill/>
        </p:spPr>
        <p:txBody>
          <a:bodyPr wrap="square">
            <a:spAutoFit/>
          </a:bodyPr>
          <a:lstStyle/>
          <a:p>
            <a:r>
              <a:rPr lang="fr-FR" sz="1400" b="0" i="0" u="none" strike="noStrike" dirty="0">
                <a:solidFill>
                  <a:srgbClr val="232323"/>
                </a:solidFill>
                <a:effectLst/>
                <a:latin typeface="Calibri" panose="020F0502020204030204" pitchFamily="34" charset="0"/>
              </a:rPr>
              <a:t>Année</a:t>
            </a:r>
            <a:r>
              <a:rPr lang="en-US" sz="1400" b="0" i="0" u="none" strike="noStrike" dirty="0">
                <a:solidFill>
                  <a:srgbClr val="232323"/>
                </a:solidFill>
                <a:effectLst/>
                <a:latin typeface="Calibri" panose="020F0502020204030204" pitchFamily="34" charset="0"/>
              </a:rPr>
              <a:t> </a:t>
            </a:r>
            <a:r>
              <a:rPr lang="fr-FR" sz="1400" b="0" i="0" u="none" strike="noStrike" dirty="0">
                <a:solidFill>
                  <a:srgbClr val="232323"/>
                </a:solidFill>
                <a:effectLst/>
                <a:latin typeface="Calibri" panose="020F0502020204030204" pitchFamily="34" charset="0"/>
              </a:rPr>
              <a:t>universitaire</a:t>
            </a:r>
            <a:r>
              <a:rPr lang="en-US" sz="1400" b="0" i="0" u="none" strike="noStrike" dirty="0">
                <a:solidFill>
                  <a:srgbClr val="232323"/>
                </a:solidFill>
                <a:effectLst/>
                <a:latin typeface="Calibri" panose="020F0502020204030204" pitchFamily="34" charset="0"/>
              </a:rPr>
              <a:t> 2022-2023</a:t>
            </a:r>
            <a:endParaRPr lang="en-US" dirty="0"/>
          </a:p>
        </p:txBody>
      </p:sp>
      <p:sp>
        <p:nvSpPr>
          <p:cNvPr id="33" name="TextBox 32">
            <a:extLst>
              <a:ext uri="{FF2B5EF4-FFF2-40B4-BE49-F238E27FC236}">
                <a16:creationId xmlns:a16="http://schemas.microsoft.com/office/drawing/2014/main" id="{56F4718F-4378-4565-9AE8-626969130636}"/>
              </a:ext>
            </a:extLst>
          </p:cNvPr>
          <p:cNvSpPr txBox="1"/>
          <p:nvPr/>
        </p:nvSpPr>
        <p:spPr>
          <a:xfrm>
            <a:off x="-1990263" y="4873985"/>
            <a:ext cx="2703301" cy="253916"/>
          </a:xfrm>
          <a:prstGeom prst="rect">
            <a:avLst/>
          </a:prstGeom>
          <a:noFill/>
        </p:spPr>
        <p:txBody>
          <a:bodyPr wrap="square">
            <a:spAutoFit/>
          </a:bodyPr>
          <a:lstStyle/>
          <a:p>
            <a:pPr algn="r" rtl="0">
              <a:spcBef>
                <a:spcPts val="0"/>
              </a:spcBef>
              <a:spcAft>
                <a:spcPts val="0"/>
              </a:spcAft>
            </a:pPr>
            <a:r>
              <a:rPr lang="fr-FR" sz="900" dirty="0">
                <a:solidFill>
                  <a:srgbClr val="464646"/>
                </a:solidFill>
                <a:latin typeface="Calibri" panose="020F0502020204030204" pitchFamily="34" charset="0"/>
              </a:rPr>
              <a:t>1</a:t>
            </a:r>
            <a:r>
              <a:rPr lang="fr-FR" sz="900" b="1" dirty="0">
                <a:solidFill>
                  <a:srgbClr val="0F4C81"/>
                </a:solidFill>
              </a:rPr>
              <a:t> </a:t>
            </a:r>
            <a:r>
              <a:rPr lang="fr-FR" sz="1050" b="1" dirty="0">
                <a:solidFill>
                  <a:srgbClr val="0F4C81"/>
                </a:solidFill>
              </a:rPr>
              <a:t>|</a:t>
            </a:r>
            <a:r>
              <a:rPr lang="fr-FR" sz="900" b="1" dirty="0">
                <a:solidFill>
                  <a:srgbClr val="0F4C81"/>
                </a:solidFill>
              </a:rPr>
              <a:t> </a:t>
            </a:r>
            <a:endParaRPr lang="en-US" sz="900" dirty="0"/>
          </a:p>
        </p:txBody>
      </p:sp>
      <p:sp>
        <p:nvSpPr>
          <p:cNvPr id="25" name="TextBox 24">
            <a:extLst>
              <a:ext uri="{FF2B5EF4-FFF2-40B4-BE49-F238E27FC236}">
                <a16:creationId xmlns:a16="http://schemas.microsoft.com/office/drawing/2014/main" id="{8C559152-29E9-406E-B32B-45403012C719}"/>
              </a:ext>
            </a:extLst>
          </p:cNvPr>
          <p:cNvSpPr txBox="1"/>
          <p:nvPr/>
        </p:nvSpPr>
        <p:spPr>
          <a:xfrm>
            <a:off x="150738" y="4074173"/>
            <a:ext cx="2899262" cy="954107"/>
          </a:xfrm>
          <a:prstGeom prst="rect">
            <a:avLst/>
          </a:prstGeom>
          <a:noFill/>
        </p:spPr>
        <p:txBody>
          <a:bodyPr wrap="square">
            <a:spAutoFit/>
          </a:bodyPr>
          <a:lstStyle/>
          <a:p>
            <a:pPr algn="ctr" rtl="0">
              <a:spcBef>
                <a:spcPts val="0"/>
              </a:spcBef>
              <a:spcAft>
                <a:spcPts val="0"/>
              </a:spcAft>
            </a:pPr>
            <a:r>
              <a:rPr lang="en-US" b="0" dirty="0">
                <a:solidFill>
                  <a:srgbClr val="222C4A"/>
                </a:solidFill>
                <a:effectLst/>
              </a:rPr>
              <a:t/>
            </a:r>
            <a:br>
              <a:rPr lang="en-US" b="0" dirty="0">
                <a:solidFill>
                  <a:srgbClr val="222C4A"/>
                </a:solidFill>
                <a:effectLst/>
              </a:rPr>
            </a:br>
            <a:r>
              <a:rPr lang="en-US" sz="1400" b="1" i="0" u="none" strike="noStrike" dirty="0" err="1">
                <a:solidFill>
                  <a:srgbClr val="222C4A"/>
                </a:solidFill>
                <a:effectLst/>
                <a:latin typeface="Calibri" panose="020F0502020204030204" pitchFamily="34" charset="0"/>
              </a:rPr>
              <a:t>Encadrant</a:t>
            </a:r>
            <a:r>
              <a:rPr lang="en-US" sz="1400" b="1" i="0" u="none" strike="noStrike" dirty="0">
                <a:solidFill>
                  <a:srgbClr val="222C4A"/>
                </a:solidFill>
                <a:effectLst/>
                <a:latin typeface="Calibri" panose="020F0502020204030204" pitchFamily="34" charset="0"/>
              </a:rPr>
              <a:t> </a:t>
            </a:r>
            <a:r>
              <a:rPr lang="en-US" sz="1400" b="1" i="0" u="none" strike="noStrike" dirty="0" err="1">
                <a:solidFill>
                  <a:srgbClr val="222C4A"/>
                </a:solidFill>
                <a:effectLst/>
                <a:latin typeface="Calibri" panose="020F0502020204030204" pitchFamily="34" charset="0"/>
              </a:rPr>
              <a:t>Professionnelle</a:t>
            </a:r>
            <a:r>
              <a:rPr lang="en-US" sz="1400" b="1" i="0" u="none" strike="noStrike" dirty="0">
                <a:solidFill>
                  <a:srgbClr val="222C4A"/>
                </a:solidFill>
                <a:effectLst/>
                <a:latin typeface="Calibri" panose="020F0502020204030204" pitchFamily="34" charset="0"/>
              </a:rPr>
              <a:t> : </a:t>
            </a:r>
          </a:p>
          <a:p>
            <a:pPr algn="ctr" rtl="0">
              <a:spcBef>
                <a:spcPts val="0"/>
              </a:spcBef>
              <a:spcAft>
                <a:spcPts val="0"/>
              </a:spcAft>
            </a:pPr>
            <a:r>
              <a:rPr lang="en-US" dirty="0">
                <a:solidFill>
                  <a:srgbClr val="222C4A"/>
                </a:solidFill>
                <a:latin typeface="Calibri" panose="020F0502020204030204" pitchFamily="34" charset="0"/>
              </a:rPr>
              <a:t>Mr. Ramzi GUESMI</a:t>
            </a:r>
            <a:r>
              <a:rPr lang="en-US" dirty="0"/>
              <a:t/>
            </a:r>
            <a:br>
              <a:rPr lang="en-US" dirty="0"/>
            </a:br>
            <a:endParaRPr lang="en-US" dirty="0"/>
          </a:p>
        </p:txBody>
      </p:sp>
      <p:sp>
        <p:nvSpPr>
          <p:cNvPr id="26" name="TextBox 25">
            <a:extLst>
              <a:ext uri="{FF2B5EF4-FFF2-40B4-BE49-F238E27FC236}">
                <a16:creationId xmlns:a16="http://schemas.microsoft.com/office/drawing/2014/main" id="{D287E2BF-1B5D-437D-A3AA-11C2F21F9E60}"/>
              </a:ext>
            </a:extLst>
          </p:cNvPr>
          <p:cNvSpPr txBox="1"/>
          <p:nvPr/>
        </p:nvSpPr>
        <p:spPr>
          <a:xfrm>
            <a:off x="2901284" y="4117621"/>
            <a:ext cx="3238429" cy="954107"/>
          </a:xfrm>
          <a:prstGeom prst="rect">
            <a:avLst/>
          </a:prstGeom>
          <a:noFill/>
        </p:spPr>
        <p:txBody>
          <a:bodyPr wrap="square">
            <a:spAutoFit/>
          </a:bodyPr>
          <a:lstStyle/>
          <a:p>
            <a:pPr algn="ctr" rtl="0">
              <a:spcBef>
                <a:spcPts val="0"/>
              </a:spcBef>
              <a:spcAft>
                <a:spcPts val="0"/>
              </a:spcAft>
            </a:pPr>
            <a:r>
              <a:rPr lang="fr-FR" b="1" i="0" u="none" strike="noStrike" dirty="0">
                <a:solidFill>
                  <a:srgbClr val="222C4A"/>
                </a:solidFill>
                <a:effectLst/>
                <a:latin typeface="Times New Roman" panose="02020603050405020304" pitchFamily="18" charset="0"/>
                <a:cs typeface="Times New Roman" panose="02020603050405020304" pitchFamily="18" charset="0"/>
              </a:rPr>
              <a:t>Réalisé par</a:t>
            </a:r>
            <a:endParaRPr lang="fr-FR" b="0" dirty="0">
              <a:solidFill>
                <a:srgbClr val="222C4A"/>
              </a:solidFill>
              <a:effectLst/>
              <a:latin typeface="Times New Roman" panose="02020603050405020304" pitchFamily="18" charset="0"/>
              <a:cs typeface="Times New Roman" panose="02020603050405020304" pitchFamily="18" charset="0"/>
            </a:endParaRPr>
          </a:p>
          <a:p>
            <a:pPr algn="ctr" rtl="0">
              <a:spcBef>
                <a:spcPts val="0"/>
              </a:spcBef>
              <a:spcAft>
                <a:spcPts val="0"/>
              </a:spcAft>
            </a:pPr>
            <a:r>
              <a:rPr lang="fr-FR" b="0" i="0" u="none" strike="noStrike" dirty="0">
                <a:solidFill>
                  <a:srgbClr val="232323"/>
                </a:solidFill>
                <a:effectLst/>
                <a:latin typeface="Times New Roman" panose="02020603050405020304" pitchFamily="18" charset="0"/>
                <a:cs typeface="Times New Roman" panose="02020603050405020304" pitchFamily="18" charset="0"/>
              </a:rPr>
              <a:t>Achraf ACHECHE</a:t>
            </a:r>
            <a:endParaRPr lang="fr-FR" b="0" dirty="0">
              <a:effectLst/>
              <a:latin typeface="Times New Roman" panose="02020603050405020304" pitchFamily="18" charset="0"/>
              <a:cs typeface="Times New Roman" panose="02020603050405020304" pitchFamily="18" charset="0"/>
            </a:endParaRPr>
          </a:p>
          <a:p>
            <a:r>
              <a:rPr lang="fr-FR" dirty="0"/>
              <a:t/>
            </a:r>
            <a:br>
              <a:rPr lang="fr-FR" dirty="0"/>
            </a:br>
            <a:endParaRPr lang="en-US" dirty="0"/>
          </a:p>
        </p:txBody>
      </p:sp>
      <p:sp>
        <p:nvSpPr>
          <p:cNvPr id="27" name="TextBox 26">
            <a:extLst>
              <a:ext uri="{FF2B5EF4-FFF2-40B4-BE49-F238E27FC236}">
                <a16:creationId xmlns:a16="http://schemas.microsoft.com/office/drawing/2014/main" id="{9CAE0983-8806-4DA9-B7D9-7BA1B63896DA}"/>
              </a:ext>
            </a:extLst>
          </p:cNvPr>
          <p:cNvSpPr txBox="1"/>
          <p:nvPr/>
        </p:nvSpPr>
        <p:spPr>
          <a:xfrm>
            <a:off x="3239815" y="2910638"/>
            <a:ext cx="2759369" cy="369332"/>
          </a:xfrm>
          <a:prstGeom prst="rect">
            <a:avLst/>
          </a:prstGeom>
          <a:noFill/>
        </p:spPr>
        <p:txBody>
          <a:bodyPr wrap="square">
            <a:spAutoFit/>
          </a:bodyPr>
          <a:lstStyle/>
          <a:p>
            <a:pPr algn="ctr" rtl="0">
              <a:spcBef>
                <a:spcPts val="0"/>
              </a:spcBef>
              <a:spcAft>
                <a:spcPts val="0"/>
              </a:spcAft>
            </a:pPr>
            <a:r>
              <a:rPr lang="en-US" sz="1800" b="1" dirty="0">
                <a:solidFill>
                  <a:srgbClr val="222C4A"/>
                </a:solidFill>
                <a:latin typeface="Calibri" panose="020F0502020204030204" pitchFamily="34" charset="0"/>
              </a:rPr>
              <a:t>Société </a:t>
            </a:r>
            <a:r>
              <a:rPr lang="en-US" sz="1800" b="1" dirty="0" err="1">
                <a:solidFill>
                  <a:srgbClr val="222C4A"/>
                </a:solidFill>
                <a:latin typeface="Calibri" panose="020F0502020204030204" pitchFamily="34" charset="0"/>
              </a:rPr>
              <a:t>d’accueil</a:t>
            </a:r>
            <a:r>
              <a:rPr lang="en-US" sz="1800" b="1" dirty="0">
                <a:solidFill>
                  <a:srgbClr val="222C4A"/>
                </a:solidFill>
                <a:latin typeface="Calibri" panose="020F0502020204030204" pitchFamily="34" charset="0"/>
              </a:rPr>
              <a:t> :</a:t>
            </a:r>
          </a:p>
        </p:txBody>
      </p:sp>
      <p:pic>
        <p:nvPicPr>
          <p:cNvPr id="10" name="Picture 9" descr="A picture containing font, logo, graphics, symbol&#10;&#10;Description automatically generated">
            <a:extLst>
              <a:ext uri="{FF2B5EF4-FFF2-40B4-BE49-F238E27FC236}">
                <a16:creationId xmlns:a16="http://schemas.microsoft.com/office/drawing/2014/main" id="{B4566532-DF08-1247-972C-93A5CAB35C5F}"/>
              </a:ext>
            </a:extLst>
          </p:cNvPr>
          <p:cNvPicPr>
            <a:picLocks noChangeAspect="1"/>
          </p:cNvPicPr>
          <p:nvPr/>
        </p:nvPicPr>
        <p:blipFill>
          <a:blip r:embed="rId3"/>
          <a:stretch>
            <a:fillRect/>
          </a:stretch>
        </p:blipFill>
        <p:spPr>
          <a:xfrm>
            <a:off x="3627993" y="3352010"/>
            <a:ext cx="1888013" cy="739200"/>
          </a:xfrm>
          <a:prstGeom prst="rect">
            <a:avLst/>
          </a:prstGeom>
        </p:spPr>
      </p:pic>
      <p:sp>
        <p:nvSpPr>
          <p:cNvPr id="13" name="TextBox 12">
            <a:extLst>
              <a:ext uri="{FF2B5EF4-FFF2-40B4-BE49-F238E27FC236}">
                <a16:creationId xmlns:a16="http://schemas.microsoft.com/office/drawing/2014/main" id="{D5D56230-4513-D6EC-2EEA-96E07B59A52C}"/>
              </a:ext>
            </a:extLst>
          </p:cNvPr>
          <p:cNvSpPr txBox="1"/>
          <p:nvPr/>
        </p:nvSpPr>
        <p:spPr>
          <a:xfrm>
            <a:off x="6082367" y="4371407"/>
            <a:ext cx="2759369" cy="523220"/>
          </a:xfrm>
          <a:prstGeom prst="rect">
            <a:avLst/>
          </a:prstGeom>
          <a:noFill/>
        </p:spPr>
        <p:txBody>
          <a:bodyPr wrap="square">
            <a:spAutoFit/>
          </a:bodyPr>
          <a:lstStyle/>
          <a:p>
            <a:pPr algn="ctr" rtl="0">
              <a:spcBef>
                <a:spcPts val="0"/>
              </a:spcBef>
              <a:spcAft>
                <a:spcPts val="0"/>
              </a:spcAft>
            </a:pPr>
            <a:r>
              <a:rPr lang="en-US" b="1" dirty="0" err="1">
                <a:solidFill>
                  <a:srgbClr val="222C4A"/>
                </a:solidFill>
                <a:latin typeface="Calibri" panose="020F0502020204030204" pitchFamily="34" charset="0"/>
              </a:rPr>
              <a:t>Encadrant</a:t>
            </a:r>
            <a:r>
              <a:rPr lang="en-US" b="1" dirty="0">
                <a:solidFill>
                  <a:srgbClr val="222C4A"/>
                </a:solidFill>
                <a:latin typeface="Calibri" panose="020F0502020204030204" pitchFamily="34" charset="0"/>
              </a:rPr>
              <a:t> </a:t>
            </a:r>
            <a:r>
              <a:rPr lang="en-US" b="1" dirty="0" err="1">
                <a:solidFill>
                  <a:srgbClr val="222C4A"/>
                </a:solidFill>
                <a:latin typeface="Calibri" panose="020F0502020204030204" pitchFamily="34" charset="0"/>
              </a:rPr>
              <a:t>Academique</a:t>
            </a:r>
            <a:r>
              <a:rPr lang="en-US" b="1" dirty="0">
                <a:solidFill>
                  <a:srgbClr val="222C4A"/>
                </a:solidFill>
                <a:latin typeface="Calibri" panose="020F0502020204030204" pitchFamily="34" charset="0"/>
              </a:rPr>
              <a:t> : </a:t>
            </a:r>
          </a:p>
          <a:p>
            <a:pPr algn="ctr" rtl="0">
              <a:spcBef>
                <a:spcPts val="0"/>
              </a:spcBef>
              <a:spcAft>
                <a:spcPts val="0"/>
              </a:spcAft>
            </a:pPr>
            <a:r>
              <a:rPr lang="en-US" sz="1400" b="0" i="0" u="none" strike="noStrike" dirty="0">
                <a:solidFill>
                  <a:srgbClr val="232323"/>
                </a:solidFill>
                <a:effectLst/>
                <a:latin typeface="Calibri" panose="020F0502020204030204" pitchFamily="34" charset="0"/>
              </a:rPr>
              <a:t>Mr</a:t>
            </a:r>
            <a:r>
              <a:rPr lang="en-US" dirty="0">
                <a:solidFill>
                  <a:srgbClr val="232323"/>
                </a:solidFill>
                <a:latin typeface="Calibri" panose="020F0502020204030204" pitchFamily="34" charset="0"/>
              </a:rPr>
              <a:t>. Tarek GASMI</a:t>
            </a:r>
            <a:endParaRPr lang="en-US" sz="1400" b="0" i="0" u="none" strike="noStrike" dirty="0">
              <a:solidFill>
                <a:srgbClr val="232323"/>
              </a:solidFill>
              <a:effectLst/>
              <a:latin typeface="Calibri" panose="020F0502020204030204" pitchFamily="34" charset="0"/>
            </a:endParaRPr>
          </a:p>
        </p:txBody>
      </p:sp>
      <p:pic>
        <p:nvPicPr>
          <p:cNvPr id="17" name="Picture 16" descr="A picture containing text, font, graphics, graphic design&#10;&#10;Description automatically generated">
            <a:extLst>
              <a:ext uri="{FF2B5EF4-FFF2-40B4-BE49-F238E27FC236}">
                <a16:creationId xmlns:a16="http://schemas.microsoft.com/office/drawing/2014/main" id="{EEFADC56-5844-8A54-E44D-6DE0FECC6D64}"/>
              </a:ext>
            </a:extLst>
          </p:cNvPr>
          <p:cNvPicPr>
            <a:picLocks noChangeAspect="1"/>
          </p:cNvPicPr>
          <p:nvPr/>
        </p:nvPicPr>
        <p:blipFill>
          <a:blip r:embed="rId4"/>
          <a:stretch>
            <a:fillRect/>
          </a:stretch>
        </p:blipFill>
        <p:spPr>
          <a:xfrm>
            <a:off x="7640496" y="-78151"/>
            <a:ext cx="1345561" cy="1345561"/>
          </a:xfrm>
          <a:prstGeom prst="rect">
            <a:avLst/>
          </a:prstGeom>
        </p:spPr>
      </p:pic>
      <p:pic>
        <p:nvPicPr>
          <p:cNvPr id="22" name="Picture 21" descr="A picture containing text, graphics, graphic design, logo&#10;&#10;Description automatically generated">
            <a:extLst>
              <a:ext uri="{FF2B5EF4-FFF2-40B4-BE49-F238E27FC236}">
                <a16:creationId xmlns:a16="http://schemas.microsoft.com/office/drawing/2014/main" id="{7BE28CA7-17AB-D397-9768-119763D49C49}"/>
              </a:ext>
            </a:extLst>
          </p:cNvPr>
          <p:cNvPicPr>
            <a:picLocks noChangeAspect="1"/>
          </p:cNvPicPr>
          <p:nvPr/>
        </p:nvPicPr>
        <p:blipFill>
          <a:blip r:embed="rId5"/>
          <a:stretch>
            <a:fillRect/>
          </a:stretch>
        </p:blipFill>
        <p:spPr>
          <a:xfrm>
            <a:off x="189163" y="143189"/>
            <a:ext cx="1108618" cy="980959"/>
          </a:xfrm>
          <a:prstGeom prst="rect">
            <a:avLst/>
          </a:prstGeom>
        </p:spPr>
      </p:pic>
    </p:spTree>
    <p:extLst>
      <p:ext uri="{BB962C8B-B14F-4D97-AF65-F5344CB8AC3E}">
        <p14:creationId xmlns:p14="http://schemas.microsoft.com/office/powerpoint/2010/main" val="1553284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dk1"/>
        </a:solidFill>
        <a:effectLst/>
      </p:bgPr>
    </p:bg>
    <p:spTree>
      <p:nvGrpSpPr>
        <p:cNvPr id="1" name="Shape 219"/>
        <p:cNvGrpSpPr/>
        <p:nvPr/>
      </p:nvGrpSpPr>
      <p:grpSpPr>
        <a:xfrm>
          <a:off x="0" y="0"/>
          <a:ext cx="0" cy="0"/>
          <a:chOff x="0" y="0"/>
          <a:chExt cx="0" cy="0"/>
        </a:xfrm>
      </p:grpSpPr>
      <p:sp>
        <p:nvSpPr>
          <p:cNvPr id="4" name="L-Shape 3">
            <a:extLst>
              <a:ext uri="{FF2B5EF4-FFF2-40B4-BE49-F238E27FC236}">
                <a16:creationId xmlns:a16="http://schemas.microsoft.com/office/drawing/2014/main" id="{52254938-8ACB-4AD4-88D1-F2EC5E847F49}"/>
              </a:ext>
            </a:extLst>
          </p:cNvPr>
          <p:cNvSpPr/>
          <p:nvPr/>
        </p:nvSpPr>
        <p:spPr>
          <a:xfrm rot="10800000">
            <a:off x="8509883" y="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01EDA2E6-AAFE-42CD-AD8D-ABD803DCA810}"/>
              </a:ext>
            </a:extLst>
          </p:cNvPr>
          <p:cNvSpPr/>
          <p:nvPr/>
        </p:nvSpPr>
        <p:spPr>
          <a:xfrm>
            <a:off x="0" y="4764880"/>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39C31454-E294-46C0-B53A-B9C78D0610DB}"/>
              </a:ext>
            </a:extLst>
          </p:cNvPr>
          <p:cNvSpPr txBox="1"/>
          <p:nvPr/>
        </p:nvSpPr>
        <p:spPr>
          <a:xfrm>
            <a:off x="333593" y="4881889"/>
            <a:ext cx="413567" cy="261610"/>
          </a:xfrm>
          <a:prstGeom prst="rect">
            <a:avLst/>
          </a:prstGeom>
          <a:noFill/>
        </p:spPr>
        <p:txBody>
          <a:bodyPr wrap="square">
            <a:spAutoFit/>
          </a:bodyPr>
          <a:lstStyle/>
          <a:p>
            <a:pPr algn="r" rtl="0">
              <a:spcBef>
                <a:spcPts val="0"/>
              </a:spcBef>
              <a:spcAft>
                <a:spcPts val="0"/>
              </a:spcAft>
            </a:pPr>
            <a:r>
              <a:rPr lang="fr-FR" sz="900" b="0" i="0" u="none" strike="noStrike" dirty="0">
                <a:solidFill>
                  <a:srgbClr val="464646"/>
                </a:solidFill>
                <a:effectLst/>
                <a:latin typeface="Calibri" panose="020F0502020204030204" pitchFamily="34" charset="0"/>
              </a:rPr>
              <a:t>2</a:t>
            </a:r>
            <a:r>
              <a:rPr lang="fr-FR" sz="1100" b="1" dirty="0">
                <a:solidFill>
                  <a:srgbClr val="0F4C81"/>
                </a:solidFill>
              </a:rPr>
              <a:t> |                 </a:t>
            </a:r>
            <a:endParaRPr lang="en-US" sz="900" dirty="0"/>
          </a:p>
        </p:txBody>
      </p:sp>
      <p:sp>
        <p:nvSpPr>
          <p:cNvPr id="106" name="Rectangle 105">
            <a:extLst>
              <a:ext uri="{FF2B5EF4-FFF2-40B4-BE49-F238E27FC236}">
                <a16:creationId xmlns:a16="http://schemas.microsoft.com/office/drawing/2014/main" id="{DB1B1621-951F-4418-B172-16BDE36AD974}"/>
              </a:ext>
            </a:extLst>
          </p:cNvPr>
          <p:cNvSpPr/>
          <p:nvPr/>
        </p:nvSpPr>
        <p:spPr>
          <a:xfrm>
            <a:off x="116038" y="38345"/>
            <a:ext cx="1921242" cy="576654"/>
          </a:xfrm>
          <a:prstGeom prst="rect">
            <a:avLst/>
          </a:prstGeom>
          <a:gradFill>
            <a:gsLst>
              <a:gs pos="37000">
                <a:srgbClr val="FFFFFF">
                  <a:lumMod val="75000"/>
                  <a:alpha val="31000"/>
                </a:srgbClr>
              </a:gs>
              <a:gs pos="5000">
                <a:srgbClr val="FFFFFF">
                  <a:lumMod val="75000"/>
                </a:srgbClr>
              </a:gs>
              <a:gs pos="100000">
                <a:srgbClr val="FFFFFF">
                  <a:alpha val="0"/>
                </a:srgbClr>
              </a:gs>
            </a:gsLst>
            <a:lin ang="27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399" b="0" i="0" u="none" strike="noStrike" kern="0" cap="none" spc="0" normalizeH="0" baseline="0" noProof="0">
              <a:ln>
                <a:noFill/>
              </a:ln>
              <a:solidFill>
                <a:srgbClr val="FFFFFF"/>
              </a:solidFill>
              <a:effectLst/>
              <a:uLnTx/>
              <a:uFillTx/>
              <a:latin typeface="Calibri"/>
            </a:endParaRPr>
          </a:p>
        </p:txBody>
      </p:sp>
      <p:sp>
        <p:nvSpPr>
          <p:cNvPr id="107" name="TextBox 20">
            <a:extLst>
              <a:ext uri="{FF2B5EF4-FFF2-40B4-BE49-F238E27FC236}">
                <a16:creationId xmlns:a16="http://schemas.microsoft.com/office/drawing/2014/main" id="{E6EDB5C0-88E9-4835-9850-781ACE74B1AE}"/>
              </a:ext>
            </a:extLst>
          </p:cNvPr>
          <p:cNvSpPr txBox="1"/>
          <p:nvPr/>
        </p:nvSpPr>
        <p:spPr>
          <a:xfrm>
            <a:off x="271819" y="71222"/>
            <a:ext cx="1765461" cy="523220"/>
          </a:xfrm>
          <a:prstGeom prst="rect">
            <a:avLst/>
          </a:prstGeom>
          <a:noFill/>
        </p:spPr>
        <p:txBody>
          <a:bodyPr wrap="square" rtlCol="0" anchor="ctr">
            <a:spAutoFit/>
          </a:bodyPr>
          <a:lstStyle/>
          <a:p>
            <a:pPr lvl="0"/>
            <a:r>
              <a:rPr lang="fr-FR" sz="2800" kern="0" dirty="0">
                <a:solidFill>
                  <a:srgbClr val="232D4B"/>
                </a:solidFill>
              </a:rPr>
              <a:t>Plan</a:t>
            </a:r>
          </a:p>
        </p:txBody>
      </p:sp>
      <p:sp>
        <p:nvSpPr>
          <p:cNvPr id="120" name="Google Shape;223;p25">
            <a:extLst>
              <a:ext uri="{FF2B5EF4-FFF2-40B4-BE49-F238E27FC236}">
                <a16:creationId xmlns:a16="http://schemas.microsoft.com/office/drawing/2014/main" id="{217F566D-8974-43E7-917D-2660A6063966}"/>
              </a:ext>
            </a:extLst>
          </p:cNvPr>
          <p:cNvSpPr/>
          <p:nvPr/>
        </p:nvSpPr>
        <p:spPr>
          <a:xfrm>
            <a:off x="135593" y="670406"/>
            <a:ext cx="198000" cy="198000"/>
          </a:xfrm>
          <a:prstGeom prst="rect">
            <a:avLst/>
          </a:prstGeom>
          <a:solidFill>
            <a:srgbClr val="0F4C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F4C81"/>
              </a:solidFill>
            </a:endParaRPr>
          </a:p>
        </p:txBody>
      </p:sp>
      <p:sp>
        <p:nvSpPr>
          <p:cNvPr id="121" name="Google Shape;224;p25">
            <a:extLst>
              <a:ext uri="{FF2B5EF4-FFF2-40B4-BE49-F238E27FC236}">
                <a16:creationId xmlns:a16="http://schemas.microsoft.com/office/drawing/2014/main" id="{5EA6D57B-A297-4B63-AE8C-65723F61376D}"/>
              </a:ext>
            </a:extLst>
          </p:cNvPr>
          <p:cNvSpPr/>
          <p:nvPr/>
        </p:nvSpPr>
        <p:spPr>
          <a:xfrm>
            <a:off x="1107799" y="670406"/>
            <a:ext cx="198000" cy="198000"/>
          </a:xfrm>
          <a:prstGeom prst="rect">
            <a:avLst/>
          </a:prstGeom>
          <a:solidFill>
            <a:srgbClr val="98BE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AA9B"/>
              </a:solidFill>
            </a:endParaRPr>
          </a:p>
        </p:txBody>
      </p:sp>
      <p:sp>
        <p:nvSpPr>
          <p:cNvPr id="122" name="Google Shape;225;p25">
            <a:extLst>
              <a:ext uri="{FF2B5EF4-FFF2-40B4-BE49-F238E27FC236}">
                <a16:creationId xmlns:a16="http://schemas.microsoft.com/office/drawing/2014/main" id="{C8631356-709D-4480-9624-E6429A814D06}"/>
              </a:ext>
            </a:extLst>
          </p:cNvPr>
          <p:cNvSpPr/>
          <p:nvPr/>
        </p:nvSpPr>
        <p:spPr>
          <a:xfrm>
            <a:off x="788493" y="670406"/>
            <a:ext cx="198000" cy="198000"/>
          </a:xfrm>
          <a:prstGeom prst="rect">
            <a:avLst/>
          </a:prstGeom>
          <a:solidFill>
            <a:srgbClr val="EF46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224;p25">
            <a:extLst>
              <a:ext uri="{FF2B5EF4-FFF2-40B4-BE49-F238E27FC236}">
                <a16:creationId xmlns:a16="http://schemas.microsoft.com/office/drawing/2014/main" id="{4F910454-DD94-4C7B-B567-4CF161EDC57E}"/>
              </a:ext>
            </a:extLst>
          </p:cNvPr>
          <p:cNvSpPr/>
          <p:nvPr/>
        </p:nvSpPr>
        <p:spPr>
          <a:xfrm>
            <a:off x="462043" y="670406"/>
            <a:ext cx="198000" cy="198000"/>
          </a:xfrm>
          <a:prstGeom prst="rect">
            <a:avLst/>
          </a:prstGeom>
          <a:solidFill>
            <a:srgbClr val="69A1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9A147"/>
              </a:solidFill>
            </a:endParaRPr>
          </a:p>
        </p:txBody>
      </p:sp>
      <p:sp>
        <p:nvSpPr>
          <p:cNvPr id="14" name="L-Shape 13">
            <a:extLst>
              <a:ext uri="{FF2B5EF4-FFF2-40B4-BE49-F238E27FC236}">
                <a16:creationId xmlns:a16="http://schemas.microsoft.com/office/drawing/2014/main" id="{A1B550C6-1EA9-4ECB-8C75-C65C4266FE6C}"/>
              </a:ext>
            </a:extLst>
          </p:cNvPr>
          <p:cNvSpPr/>
          <p:nvPr/>
        </p:nvSpPr>
        <p:spPr>
          <a:xfrm rot="10800000">
            <a:off x="8509883" y="444235"/>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Google Shape;107;p2">
            <a:extLst>
              <a:ext uri="{FF2B5EF4-FFF2-40B4-BE49-F238E27FC236}">
                <a16:creationId xmlns:a16="http://schemas.microsoft.com/office/drawing/2014/main" id="{F21AC621-39A5-DD02-C173-B18B5BA2B2AC}"/>
              </a:ext>
            </a:extLst>
          </p:cNvPr>
          <p:cNvSpPr/>
          <p:nvPr/>
        </p:nvSpPr>
        <p:spPr>
          <a:xfrm>
            <a:off x="4997047" y="1351208"/>
            <a:ext cx="459331" cy="639067"/>
          </a:xfrm>
          <a:prstGeom prst="ellipse">
            <a:avLst/>
          </a:prstGeom>
          <a:solidFill>
            <a:schemeClr val="accent4"/>
          </a:solidFill>
          <a:ln w="28575" cap="flat" cmpd="sng">
            <a:solidFill>
              <a:srgbClr val="00008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000" b="1" i="0" u="none" strike="noStrike" cap="none" dirty="0">
                <a:solidFill>
                  <a:schemeClr val="tx2">
                    <a:lumMod val="20000"/>
                    <a:lumOff val="80000"/>
                  </a:schemeClr>
                </a:solidFill>
                <a:latin typeface="Roboto"/>
                <a:ea typeface="Roboto"/>
                <a:cs typeface="Roboto"/>
                <a:sym typeface="Roboto"/>
              </a:rPr>
              <a:t>2</a:t>
            </a:r>
            <a:endParaRPr dirty="0">
              <a:solidFill>
                <a:schemeClr val="tx2">
                  <a:lumMod val="20000"/>
                  <a:lumOff val="80000"/>
                </a:schemeClr>
              </a:solidFill>
            </a:endParaRPr>
          </a:p>
        </p:txBody>
      </p:sp>
      <p:sp>
        <p:nvSpPr>
          <p:cNvPr id="36" name="Google Shape;108;p2">
            <a:extLst>
              <a:ext uri="{FF2B5EF4-FFF2-40B4-BE49-F238E27FC236}">
                <a16:creationId xmlns:a16="http://schemas.microsoft.com/office/drawing/2014/main" id="{92D148A2-3D35-3A5D-80EC-556B18C76762}"/>
              </a:ext>
            </a:extLst>
          </p:cNvPr>
          <p:cNvSpPr/>
          <p:nvPr/>
        </p:nvSpPr>
        <p:spPr>
          <a:xfrm flipH="1">
            <a:off x="5595527" y="1401258"/>
            <a:ext cx="3069638" cy="576654"/>
          </a:xfrm>
          <a:custGeom>
            <a:avLst/>
            <a:gdLst/>
            <a:ahLst/>
            <a:cxnLst/>
            <a:rect l="l" t="t" r="r" b="b"/>
            <a:pathLst>
              <a:path w="10001" h="10000" extrusionOk="0">
                <a:moveTo>
                  <a:pt x="391" y="50"/>
                </a:moveTo>
                <a:lnTo>
                  <a:pt x="9954" y="0"/>
                </a:lnTo>
                <a:cubicBezTo>
                  <a:pt x="9719" y="1086"/>
                  <a:pt x="9602" y="3111"/>
                  <a:pt x="9609" y="4778"/>
                </a:cubicBezTo>
                <a:cubicBezTo>
                  <a:pt x="9617" y="6445"/>
                  <a:pt x="9605" y="7779"/>
                  <a:pt x="10001" y="10000"/>
                </a:cubicBezTo>
                <a:lnTo>
                  <a:pt x="399" y="9951"/>
                </a:lnTo>
                <a:cubicBezTo>
                  <a:pt x="93" y="8371"/>
                  <a:pt x="2" y="6675"/>
                  <a:pt x="1" y="5025"/>
                </a:cubicBezTo>
                <a:cubicBezTo>
                  <a:pt x="0" y="3375"/>
                  <a:pt x="63" y="1481"/>
                  <a:pt x="391" y="50"/>
                </a:cubicBezTo>
                <a:close/>
              </a:path>
            </a:pathLst>
          </a:custGeom>
          <a:solidFill>
            <a:schemeClr val="accent4"/>
          </a:solidFill>
          <a:ln>
            <a:noFill/>
          </a:ln>
        </p:spPr>
        <p:txBody>
          <a:bodyPr spcFirstLastPara="1" wrap="square" lIns="91425" tIns="45700" rIns="91425" bIns="45700" anchor="ctr" anchorCtr="0">
            <a:noAutofit/>
          </a:bodyPr>
          <a:lstStyle/>
          <a:p>
            <a:pPr algn="ctr"/>
            <a:r>
              <a:rPr lang="fr-FR" sz="1600" b="1" dirty="0">
                <a:solidFill>
                  <a:schemeClr val="tx2">
                    <a:lumMod val="20000"/>
                    <a:lumOff val="80000"/>
                  </a:schemeClr>
                </a:solidFill>
                <a:latin typeface="Roboto"/>
                <a:ea typeface="Roboto"/>
                <a:sym typeface="Roboto"/>
              </a:rPr>
              <a:t>Analyse et spécification des besoins</a:t>
            </a:r>
            <a:endParaRPr lang="fr-FR" sz="1600" b="1" dirty="0">
              <a:solidFill>
                <a:schemeClr val="tx2">
                  <a:lumMod val="20000"/>
                  <a:lumOff val="80000"/>
                </a:schemeClr>
              </a:solidFill>
              <a:latin typeface="Roboto"/>
              <a:ea typeface="Roboto"/>
            </a:endParaRPr>
          </a:p>
        </p:txBody>
      </p:sp>
      <p:sp>
        <p:nvSpPr>
          <p:cNvPr id="37" name="Google Shape;107;p2">
            <a:extLst>
              <a:ext uri="{FF2B5EF4-FFF2-40B4-BE49-F238E27FC236}">
                <a16:creationId xmlns:a16="http://schemas.microsoft.com/office/drawing/2014/main" id="{A55698FA-F4AA-549B-650B-C70DBE7488D3}"/>
              </a:ext>
            </a:extLst>
          </p:cNvPr>
          <p:cNvSpPr/>
          <p:nvPr/>
        </p:nvSpPr>
        <p:spPr>
          <a:xfrm>
            <a:off x="499097" y="2368149"/>
            <a:ext cx="459331" cy="639067"/>
          </a:xfrm>
          <a:prstGeom prst="ellipse">
            <a:avLst/>
          </a:prstGeom>
          <a:solidFill>
            <a:schemeClr val="accent4"/>
          </a:solidFill>
          <a:ln w="28575" cap="flat" cmpd="sng">
            <a:solidFill>
              <a:srgbClr val="00008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000" b="1" i="0" u="none" strike="noStrike" cap="none" dirty="0">
                <a:solidFill>
                  <a:schemeClr val="tx2">
                    <a:lumMod val="20000"/>
                    <a:lumOff val="80000"/>
                  </a:schemeClr>
                </a:solidFill>
                <a:latin typeface="Roboto"/>
                <a:ea typeface="Roboto"/>
                <a:cs typeface="Roboto"/>
                <a:sym typeface="Roboto"/>
              </a:rPr>
              <a:t>3</a:t>
            </a:r>
            <a:endParaRPr dirty="0">
              <a:solidFill>
                <a:schemeClr val="tx2">
                  <a:lumMod val="20000"/>
                  <a:lumOff val="80000"/>
                </a:schemeClr>
              </a:solidFill>
            </a:endParaRPr>
          </a:p>
        </p:txBody>
      </p:sp>
      <p:sp>
        <p:nvSpPr>
          <p:cNvPr id="38" name="Google Shape;108;p2">
            <a:extLst>
              <a:ext uri="{FF2B5EF4-FFF2-40B4-BE49-F238E27FC236}">
                <a16:creationId xmlns:a16="http://schemas.microsoft.com/office/drawing/2014/main" id="{30ABF072-3273-8E96-930B-5370D6D2FA4C}"/>
              </a:ext>
            </a:extLst>
          </p:cNvPr>
          <p:cNvSpPr/>
          <p:nvPr/>
        </p:nvSpPr>
        <p:spPr>
          <a:xfrm flipH="1">
            <a:off x="1107799" y="2430562"/>
            <a:ext cx="3069638" cy="576654"/>
          </a:xfrm>
          <a:custGeom>
            <a:avLst/>
            <a:gdLst/>
            <a:ahLst/>
            <a:cxnLst/>
            <a:rect l="l" t="t" r="r" b="b"/>
            <a:pathLst>
              <a:path w="10001" h="10000" extrusionOk="0">
                <a:moveTo>
                  <a:pt x="391" y="50"/>
                </a:moveTo>
                <a:lnTo>
                  <a:pt x="9954" y="0"/>
                </a:lnTo>
                <a:cubicBezTo>
                  <a:pt x="9719" y="1086"/>
                  <a:pt x="9602" y="3111"/>
                  <a:pt x="9609" y="4778"/>
                </a:cubicBezTo>
                <a:cubicBezTo>
                  <a:pt x="9617" y="6445"/>
                  <a:pt x="9605" y="7779"/>
                  <a:pt x="10001" y="10000"/>
                </a:cubicBezTo>
                <a:lnTo>
                  <a:pt x="399" y="9951"/>
                </a:lnTo>
                <a:cubicBezTo>
                  <a:pt x="93" y="8371"/>
                  <a:pt x="2" y="6675"/>
                  <a:pt x="1" y="5025"/>
                </a:cubicBezTo>
                <a:cubicBezTo>
                  <a:pt x="0" y="3375"/>
                  <a:pt x="63" y="1481"/>
                  <a:pt x="391" y="50"/>
                </a:cubicBezTo>
                <a:close/>
              </a:path>
            </a:pathLst>
          </a:custGeom>
          <a:solidFill>
            <a:schemeClr val="accent4"/>
          </a:solidFill>
          <a:ln>
            <a:noFill/>
          </a:ln>
        </p:spPr>
        <p:txBody>
          <a:bodyPr spcFirstLastPara="1" wrap="square" lIns="91425" tIns="45700" rIns="91425" bIns="45700" anchor="ctr" anchorCtr="0">
            <a:noAutofit/>
          </a:bodyPr>
          <a:lstStyle/>
          <a:p>
            <a:pPr algn="ctr"/>
            <a:r>
              <a:rPr lang="en-US" sz="1600" b="1" dirty="0">
                <a:solidFill>
                  <a:schemeClr val="tx2">
                    <a:lumMod val="20000"/>
                    <a:lumOff val="80000"/>
                  </a:schemeClr>
                </a:solidFill>
                <a:latin typeface="Roboto"/>
                <a:ea typeface="Roboto"/>
              </a:rPr>
              <a:t>Etat de </a:t>
            </a:r>
            <a:r>
              <a:rPr lang="en-US" sz="1600" b="1" dirty="0" err="1">
                <a:solidFill>
                  <a:schemeClr val="tx2">
                    <a:lumMod val="20000"/>
                    <a:lumOff val="80000"/>
                  </a:schemeClr>
                </a:solidFill>
                <a:latin typeface="Roboto"/>
                <a:ea typeface="Roboto"/>
              </a:rPr>
              <a:t>l’art</a:t>
            </a:r>
            <a:endParaRPr lang="en-US" sz="1600" b="1" dirty="0">
              <a:solidFill>
                <a:schemeClr val="tx2">
                  <a:lumMod val="20000"/>
                  <a:lumOff val="80000"/>
                </a:schemeClr>
              </a:solidFill>
              <a:latin typeface="Roboto"/>
              <a:ea typeface="Roboto"/>
            </a:endParaRPr>
          </a:p>
        </p:txBody>
      </p:sp>
      <p:sp>
        <p:nvSpPr>
          <p:cNvPr id="39" name="Google Shape;107;p2">
            <a:extLst>
              <a:ext uri="{FF2B5EF4-FFF2-40B4-BE49-F238E27FC236}">
                <a16:creationId xmlns:a16="http://schemas.microsoft.com/office/drawing/2014/main" id="{BC8A2FD6-B2B7-AED4-C596-C051EEBA3F4F}"/>
              </a:ext>
            </a:extLst>
          </p:cNvPr>
          <p:cNvSpPr/>
          <p:nvPr/>
        </p:nvSpPr>
        <p:spPr>
          <a:xfrm>
            <a:off x="4997047" y="2351719"/>
            <a:ext cx="459331" cy="639067"/>
          </a:xfrm>
          <a:prstGeom prst="ellipse">
            <a:avLst/>
          </a:prstGeom>
          <a:solidFill>
            <a:schemeClr val="accent4"/>
          </a:solidFill>
          <a:ln w="28575" cap="flat" cmpd="sng">
            <a:solidFill>
              <a:srgbClr val="00008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000" b="1" i="0" u="none" strike="noStrike" cap="none" dirty="0">
                <a:solidFill>
                  <a:schemeClr val="tx2">
                    <a:lumMod val="20000"/>
                    <a:lumOff val="80000"/>
                  </a:schemeClr>
                </a:solidFill>
                <a:latin typeface="Roboto"/>
                <a:ea typeface="Roboto"/>
                <a:cs typeface="Roboto"/>
                <a:sym typeface="Roboto"/>
              </a:rPr>
              <a:t>4</a:t>
            </a:r>
            <a:endParaRPr dirty="0">
              <a:solidFill>
                <a:schemeClr val="tx2">
                  <a:lumMod val="20000"/>
                  <a:lumOff val="80000"/>
                </a:schemeClr>
              </a:solidFill>
            </a:endParaRPr>
          </a:p>
        </p:txBody>
      </p:sp>
      <p:sp>
        <p:nvSpPr>
          <p:cNvPr id="40" name="Google Shape;108;p2">
            <a:extLst>
              <a:ext uri="{FF2B5EF4-FFF2-40B4-BE49-F238E27FC236}">
                <a16:creationId xmlns:a16="http://schemas.microsoft.com/office/drawing/2014/main" id="{78138D81-BDA5-C670-463A-DBCAE52DEF08}"/>
              </a:ext>
            </a:extLst>
          </p:cNvPr>
          <p:cNvSpPr/>
          <p:nvPr/>
        </p:nvSpPr>
        <p:spPr>
          <a:xfrm flipH="1">
            <a:off x="5595527" y="2351719"/>
            <a:ext cx="3069638" cy="576654"/>
          </a:xfrm>
          <a:custGeom>
            <a:avLst/>
            <a:gdLst/>
            <a:ahLst/>
            <a:cxnLst/>
            <a:rect l="l" t="t" r="r" b="b"/>
            <a:pathLst>
              <a:path w="10001" h="10000" extrusionOk="0">
                <a:moveTo>
                  <a:pt x="391" y="50"/>
                </a:moveTo>
                <a:lnTo>
                  <a:pt x="9954" y="0"/>
                </a:lnTo>
                <a:cubicBezTo>
                  <a:pt x="9719" y="1086"/>
                  <a:pt x="9602" y="3111"/>
                  <a:pt x="9609" y="4778"/>
                </a:cubicBezTo>
                <a:cubicBezTo>
                  <a:pt x="9617" y="6445"/>
                  <a:pt x="9605" y="7779"/>
                  <a:pt x="10001" y="10000"/>
                </a:cubicBezTo>
                <a:lnTo>
                  <a:pt x="399" y="9951"/>
                </a:lnTo>
                <a:cubicBezTo>
                  <a:pt x="93" y="8371"/>
                  <a:pt x="2" y="6675"/>
                  <a:pt x="1" y="5025"/>
                </a:cubicBezTo>
                <a:cubicBezTo>
                  <a:pt x="0" y="3375"/>
                  <a:pt x="63" y="1481"/>
                  <a:pt x="391" y="50"/>
                </a:cubicBezTo>
                <a:close/>
              </a:path>
            </a:pathLst>
          </a:custGeom>
          <a:solidFill>
            <a:schemeClr val="accent4"/>
          </a:solidFill>
          <a:ln>
            <a:noFill/>
          </a:ln>
        </p:spPr>
        <p:txBody>
          <a:bodyPr spcFirstLastPara="1" wrap="square" lIns="91425" tIns="45700" rIns="91425" bIns="45700" anchor="ctr" anchorCtr="0">
            <a:noAutofit/>
          </a:bodyPr>
          <a:lstStyle/>
          <a:p>
            <a:pPr algn="ctr"/>
            <a:r>
              <a:rPr lang="fr-FR" sz="1600" b="1" dirty="0">
                <a:solidFill>
                  <a:schemeClr val="tx2">
                    <a:lumMod val="20000"/>
                    <a:lumOff val="80000"/>
                  </a:schemeClr>
                </a:solidFill>
                <a:latin typeface="Roboto"/>
                <a:ea typeface="Roboto"/>
                <a:sym typeface="Roboto"/>
              </a:rPr>
              <a:t>Etude technologique</a:t>
            </a:r>
            <a:endParaRPr lang="fr-FR" sz="1600" b="1" dirty="0">
              <a:solidFill>
                <a:schemeClr val="tx2">
                  <a:lumMod val="20000"/>
                  <a:lumOff val="80000"/>
                </a:schemeClr>
              </a:solidFill>
              <a:latin typeface="Roboto"/>
              <a:ea typeface="Roboto"/>
            </a:endParaRPr>
          </a:p>
        </p:txBody>
      </p:sp>
      <p:sp>
        <p:nvSpPr>
          <p:cNvPr id="45" name="Google Shape;107;p2">
            <a:extLst>
              <a:ext uri="{FF2B5EF4-FFF2-40B4-BE49-F238E27FC236}">
                <a16:creationId xmlns:a16="http://schemas.microsoft.com/office/drawing/2014/main" id="{C483D633-75CD-22B4-A169-10CE821EE1B4}"/>
              </a:ext>
            </a:extLst>
          </p:cNvPr>
          <p:cNvSpPr/>
          <p:nvPr/>
        </p:nvSpPr>
        <p:spPr>
          <a:xfrm>
            <a:off x="553517" y="3352230"/>
            <a:ext cx="459331" cy="639067"/>
          </a:xfrm>
          <a:prstGeom prst="ellipse">
            <a:avLst/>
          </a:prstGeom>
          <a:solidFill>
            <a:schemeClr val="accent4"/>
          </a:solidFill>
          <a:ln w="28575" cap="flat" cmpd="sng">
            <a:solidFill>
              <a:srgbClr val="00008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000" b="1" i="0" u="none" strike="noStrike" cap="none" dirty="0">
                <a:solidFill>
                  <a:schemeClr val="tx2">
                    <a:lumMod val="20000"/>
                    <a:lumOff val="80000"/>
                  </a:schemeClr>
                </a:solidFill>
                <a:latin typeface="Roboto"/>
                <a:ea typeface="Roboto"/>
                <a:cs typeface="Roboto"/>
                <a:sym typeface="Roboto"/>
              </a:rPr>
              <a:t>5</a:t>
            </a:r>
            <a:endParaRPr dirty="0">
              <a:solidFill>
                <a:schemeClr val="tx2">
                  <a:lumMod val="20000"/>
                  <a:lumOff val="80000"/>
                </a:schemeClr>
              </a:solidFill>
            </a:endParaRPr>
          </a:p>
        </p:txBody>
      </p:sp>
      <p:sp>
        <p:nvSpPr>
          <p:cNvPr id="46" name="Google Shape;108;p2">
            <a:extLst>
              <a:ext uri="{FF2B5EF4-FFF2-40B4-BE49-F238E27FC236}">
                <a16:creationId xmlns:a16="http://schemas.microsoft.com/office/drawing/2014/main" id="{9EF3948C-C728-8516-606F-D6DA8C150BC4}"/>
              </a:ext>
            </a:extLst>
          </p:cNvPr>
          <p:cNvSpPr/>
          <p:nvPr/>
        </p:nvSpPr>
        <p:spPr>
          <a:xfrm flipH="1">
            <a:off x="1151997" y="3402280"/>
            <a:ext cx="3069638" cy="576654"/>
          </a:xfrm>
          <a:custGeom>
            <a:avLst/>
            <a:gdLst/>
            <a:ahLst/>
            <a:cxnLst/>
            <a:rect l="l" t="t" r="r" b="b"/>
            <a:pathLst>
              <a:path w="10001" h="10000" extrusionOk="0">
                <a:moveTo>
                  <a:pt x="391" y="50"/>
                </a:moveTo>
                <a:lnTo>
                  <a:pt x="9954" y="0"/>
                </a:lnTo>
                <a:cubicBezTo>
                  <a:pt x="9719" y="1086"/>
                  <a:pt x="9602" y="3111"/>
                  <a:pt x="9609" y="4778"/>
                </a:cubicBezTo>
                <a:cubicBezTo>
                  <a:pt x="9617" y="6445"/>
                  <a:pt x="9605" y="7779"/>
                  <a:pt x="10001" y="10000"/>
                </a:cubicBezTo>
                <a:lnTo>
                  <a:pt x="399" y="9951"/>
                </a:lnTo>
                <a:cubicBezTo>
                  <a:pt x="93" y="8371"/>
                  <a:pt x="2" y="6675"/>
                  <a:pt x="1" y="5025"/>
                </a:cubicBezTo>
                <a:cubicBezTo>
                  <a:pt x="0" y="3375"/>
                  <a:pt x="63" y="1481"/>
                  <a:pt x="391" y="50"/>
                </a:cubicBezTo>
                <a:close/>
              </a:path>
            </a:pathLst>
          </a:custGeom>
          <a:solidFill>
            <a:schemeClr val="accent4"/>
          </a:solidFill>
          <a:ln>
            <a:noFill/>
          </a:ln>
        </p:spPr>
        <p:txBody>
          <a:bodyPr spcFirstLastPara="1" wrap="square" lIns="91425" tIns="45700" rIns="91425" bIns="45700" anchor="ctr" anchorCtr="0">
            <a:noAutofit/>
          </a:bodyPr>
          <a:lstStyle/>
          <a:p>
            <a:pPr algn="ctr"/>
            <a:r>
              <a:rPr lang="fr-FR" sz="1600" b="1" dirty="0">
                <a:solidFill>
                  <a:schemeClr val="tx2">
                    <a:lumMod val="20000"/>
                    <a:lumOff val="80000"/>
                  </a:schemeClr>
                </a:solidFill>
                <a:latin typeface="Roboto"/>
                <a:ea typeface="Roboto"/>
                <a:sym typeface="Roboto"/>
              </a:rPr>
              <a:t>Réalisation</a:t>
            </a:r>
            <a:endParaRPr lang="fr-FR" sz="1600" b="1" dirty="0">
              <a:solidFill>
                <a:schemeClr val="tx2">
                  <a:lumMod val="20000"/>
                  <a:lumOff val="80000"/>
                </a:schemeClr>
              </a:solidFill>
              <a:latin typeface="Roboto"/>
              <a:ea typeface="Roboto"/>
            </a:endParaRPr>
          </a:p>
        </p:txBody>
      </p:sp>
      <p:sp>
        <p:nvSpPr>
          <p:cNvPr id="47" name="Google Shape;107;p2">
            <a:extLst>
              <a:ext uri="{FF2B5EF4-FFF2-40B4-BE49-F238E27FC236}">
                <a16:creationId xmlns:a16="http://schemas.microsoft.com/office/drawing/2014/main" id="{3838BAFA-0A16-44E4-5D42-8E3BFFD9B963}"/>
              </a:ext>
            </a:extLst>
          </p:cNvPr>
          <p:cNvSpPr/>
          <p:nvPr/>
        </p:nvSpPr>
        <p:spPr>
          <a:xfrm>
            <a:off x="5007269" y="3364593"/>
            <a:ext cx="459331" cy="639067"/>
          </a:xfrm>
          <a:prstGeom prst="ellipse">
            <a:avLst/>
          </a:prstGeom>
          <a:solidFill>
            <a:schemeClr val="accent4"/>
          </a:solidFill>
          <a:ln w="28575" cap="flat" cmpd="sng">
            <a:solidFill>
              <a:srgbClr val="00008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000" b="1" i="0" u="none" strike="noStrike" cap="none" dirty="0">
                <a:solidFill>
                  <a:schemeClr val="tx2">
                    <a:lumMod val="20000"/>
                    <a:lumOff val="80000"/>
                  </a:schemeClr>
                </a:solidFill>
                <a:latin typeface="Roboto"/>
                <a:ea typeface="Roboto"/>
                <a:cs typeface="Roboto"/>
                <a:sym typeface="Roboto"/>
              </a:rPr>
              <a:t>6</a:t>
            </a:r>
            <a:endParaRPr dirty="0">
              <a:solidFill>
                <a:schemeClr val="tx2">
                  <a:lumMod val="20000"/>
                  <a:lumOff val="80000"/>
                </a:schemeClr>
              </a:solidFill>
            </a:endParaRPr>
          </a:p>
        </p:txBody>
      </p:sp>
      <p:sp>
        <p:nvSpPr>
          <p:cNvPr id="48" name="Google Shape;108;p2">
            <a:extLst>
              <a:ext uri="{FF2B5EF4-FFF2-40B4-BE49-F238E27FC236}">
                <a16:creationId xmlns:a16="http://schemas.microsoft.com/office/drawing/2014/main" id="{E480E74C-A543-2C20-C860-6CE41634D40F}"/>
              </a:ext>
            </a:extLst>
          </p:cNvPr>
          <p:cNvSpPr/>
          <p:nvPr/>
        </p:nvSpPr>
        <p:spPr>
          <a:xfrm flipH="1">
            <a:off x="5605749" y="3414643"/>
            <a:ext cx="3069638" cy="576654"/>
          </a:xfrm>
          <a:custGeom>
            <a:avLst/>
            <a:gdLst/>
            <a:ahLst/>
            <a:cxnLst/>
            <a:rect l="l" t="t" r="r" b="b"/>
            <a:pathLst>
              <a:path w="10001" h="10000" extrusionOk="0">
                <a:moveTo>
                  <a:pt x="391" y="50"/>
                </a:moveTo>
                <a:lnTo>
                  <a:pt x="9954" y="0"/>
                </a:lnTo>
                <a:cubicBezTo>
                  <a:pt x="9719" y="1086"/>
                  <a:pt x="9602" y="3111"/>
                  <a:pt x="9609" y="4778"/>
                </a:cubicBezTo>
                <a:cubicBezTo>
                  <a:pt x="9617" y="6445"/>
                  <a:pt x="9605" y="7779"/>
                  <a:pt x="10001" y="10000"/>
                </a:cubicBezTo>
                <a:lnTo>
                  <a:pt x="399" y="9951"/>
                </a:lnTo>
                <a:cubicBezTo>
                  <a:pt x="93" y="8371"/>
                  <a:pt x="2" y="6675"/>
                  <a:pt x="1" y="5025"/>
                </a:cubicBezTo>
                <a:cubicBezTo>
                  <a:pt x="0" y="3375"/>
                  <a:pt x="63" y="1481"/>
                  <a:pt x="391" y="50"/>
                </a:cubicBezTo>
                <a:close/>
              </a:path>
            </a:pathLst>
          </a:custGeom>
          <a:solidFill>
            <a:schemeClr val="accent4"/>
          </a:solidFill>
          <a:ln>
            <a:noFill/>
          </a:ln>
        </p:spPr>
        <p:txBody>
          <a:bodyPr spcFirstLastPara="1" wrap="square" lIns="91425" tIns="45700" rIns="91425" bIns="45700" anchor="ctr" anchorCtr="0">
            <a:noAutofit/>
          </a:bodyPr>
          <a:lstStyle/>
          <a:p>
            <a:pPr algn="ctr"/>
            <a:r>
              <a:rPr lang="fr-FR" sz="1600" b="1" dirty="0">
                <a:solidFill>
                  <a:schemeClr val="tx2">
                    <a:lumMod val="20000"/>
                    <a:lumOff val="80000"/>
                  </a:schemeClr>
                </a:solidFill>
                <a:latin typeface="Roboto"/>
                <a:ea typeface="Roboto"/>
                <a:sym typeface="Roboto"/>
              </a:rPr>
              <a:t>Conclusion et Perspectives</a:t>
            </a:r>
            <a:endParaRPr lang="fr-FR" sz="1600" b="1" dirty="0">
              <a:solidFill>
                <a:schemeClr val="tx2">
                  <a:lumMod val="20000"/>
                  <a:lumOff val="80000"/>
                </a:schemeClr>
              </a:solidFill>
              <a:latin typeface="Roboto"/>
              <a:ea typeface="Roboto"/>
            </a:endParaRPr>
          </a:p>
        </p:txBody>
      </p:sp>
      <p:sp>
        <p:nvSpPr>
          <p:cNvPr id="51" name="Google Shape;107;p2">
            <a:extLst>
              <a:ext uri="{FF2B5EF4-FFF2-40B4-BE49-F238E27FC236}">
                <a16:creationId xmlns:a16="http://schemas.microsoft.com/office/drawing/2014/main" id="{C7F73B4D-3725-C4EB-4520-5BE0B17A3DAC}"/>
              </a:ext>
            </a:extLst>
          </p:cNvPr>
          <p:cNvSpPr/>
          <p:nvPr/>
        </p:nvSpPr>
        <p:spPr>
          <a:xfrm>
            <a:off x="509319" y="1421627"/>
            <a:ext cx="459331" cy="639067"/>
          </a:xfrm>
          <a:prstGeom prst="ellipse">
            <a:avLst/>
          </a:prstGeom>
          <a:solidFill>
            <a:schemeClr val="accent4"/>
          </a:solidFill>
          <a:ln w="28575" cap="flat" cmpd="sng">
            <a:solidFill>
              <a:srgbClr val="00008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000" b="1" i="0" u="none" strike="noStrike" cap="none" dirty="0">
                <a:solidFill>
                  <a:schemeClr val="tx2">
                    <a:lumMod val="20000"/>
                    <a:lumOff val="80000"/>
                  </a:schemeClr>
                </a:solidFill>
                <a:latin typeface="Roboto"/>
                <a:ea typeface="Roboto"/>
                <a:cs typeface="Roboto"/>
                <a:sym typeface="Roboto"/>
              </a:rPr>
              <a:t>1</a:t>
            </a:r>
            <a:endParaRPr dirty="0">
              <a:solidFill>
                <a:schemeClr val="tx2">
                  <a:lumMod val="20000"/>
                  <a:lumOff val="80000"/>
                </a:schemeClr>
              </a:solidFill>
            </a:endParaRPr>
          </a:p>
        </p:txBody>
      </p:sp>
      <p:sp>
        <p:nvSpPr>
          <p:cNvPr id="52" name="Google Shape;108;p2">
            <a:extLst>
              <a:ext uri="{FF2B5EF4-FFF2-40B4-BE49-F238E27FC236}">
                <a16:creationId xmlns:a16="http://schemas.microsoft.com/office/drawing/2014/main" id="{994C6628-A57A-03AF-48BD-FCE065582BE4}"/>
              </a:ext>
            </a:extLst>
          </p:cNvPr>
          <p:cNvSpPr/>
          <p:nvPr/>
        </p:nvSpPr>
        <p:spPr>
          <a:xfrm flipH="1">
            <a:off x="1107799" y="1471677"/>
            <a:ext cx="3069638" cy="576654"/>
          </a:xfrm>
          <a:custGeom>
            <a:avLst/>
            <a:gdLst/>
            <a:ahLst/>
            <a:cxnLst/>
            <a:rect l="l" t="t" r="r" b="b"/>
            <a:pathLst>
              <a:path w="10001" h="10000" extrusionOk="0">
                <a:moveTo>
                  <a:pt x="391" y="50"/>
                </a:moveTo>
                <a:lnTo>
                  <a:pt x="9954" y="0"/>
                </a:lnTo>
                <a:cubicBezTo>
                  <a:pt x="9719" y="1086"/>
                  <a:pt x="9602" y="3111"/>
                  <a:pt x="9609" y="4778"/>
                </a:cubicBezTo>
                <a:cubicBezTo>
                  <a:pt x="9617" y="6445"/>
                  <a:pt x="9605" y="7779"/>
                  <a:pt x="10001" y="10000"/>
                </a:cubicBezTo>
                <a:lnTo>
                  <a:pt x="399" y="9951"/>
                </a:lnTo>
                <a:cubicBezTo>
                  <a:pt x="93" y="8371"/>
                  <a:pt x="2" y="6675"/>
                  <a:pt x="1" y="5025"/>
                </a:cubicBezTo>
                <a:cubicBezTo>
                  <a:pt x="0" y="3375"/>
                  <a:pt x="63" y="1481"/>
                  <a:pt x="391" y="50"/>
                </a:cubicBezTo>
                <a:close/>
              </a:path>
            </a:pathLst>
          </a:custGeom>
          <a:solidFill>
            <a:schemeClr val="accent4"/>
          </a:solidFill>
          <a:ln>
            <a:noFill/>
          </a:ln>
        </p:spPr>
        <p:txBody>
          <a:bodyPr spcFirstLastPara="1" wrap="square" lIns="91425" tIns="45700" rIns="91425" bIns="45700" anchor="ctr" anchorCtr="0">
            <a:noAutofit/>
          </a:bodyPr>
          <a:lstStyle/>
          <a:p>
            <a:pPr algn="ctr"/>
            <a:r>
              <a:rPr lang="fr-FR" sz="1600" b="1" dirty="0">
                <a:solidFill>
                  <a:schemeClr val="tx2">
                    <a:lumMod val="20000"/>
                    <a:lumOff val="80000"/>
                  </a:schemeClr>
                </a:solidFill>
                <a:latin typeface="Roboto"/>
                <a:ea typeface="Roboto"/>
                <a:sym typeface="Roboto"/>
              </a:rPr>
              <a:t>Contexte du projet</a:t>
            </a:r>
            <a:endParaRPr lang="fr-FR" sz="1600" b="1" dirty="0">
              <a:solidFill>
                <a:schemeClr val="tx2">
                  <a:lumMod val="20000"/>
                  <a:lumOff val="80000"/>
                </a:schemeClr>
              </a:solidFill>
              <a:latin typeface="Roboto"/>
              <a:ea typeface="Roboto"/>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6"/>
                                        </p:tgtEl>
                                        <p:attrNameLst>
                                          <p:attrName>style.visibility</p:attrName>
                                        </p:attrNameLst>
                                      </p:cBhvr>
                                      <p:to>
                                        <p:strVal val="visible"/>
                                      </p:to>
                                    </p:set>
                                    <p:animEffect transition="in" filter="fade">
                                      <p:cBhvr>
                                        <p:cTn id="7" dur="500"/>
                                        <p:tgtEl>
                                          <p:spTgt spid="106"/>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107"/>
                                        </p:tgtEl>
                                        <p:attrNameLst>
                                          <p:attrName>style.visibility</p:attrName>
                                        </p:attrNameLst>
                                      </p:cBhvr>
                                      <p:to>
                                        <p:strVal val="visible"/>
                                      </p:to>
                                    </p:set>
                                    <p:animEffect transition="in" filter="wipe(down)">
                                      <p:cBhvr>
                                        <p:cTn id="11" dur="500"/>
                                        <p:tgtEl>
                                          <p:spTgt spid="107"/>
                                        </p:tgtEl>
                                      </p:cBhvr>
                                    </p:animEffect>
                                  </p:childTnLst>
                                </p:cTn>
                              </p:par>
                            </p:childTnLst>
                          </p:cTn>
                        </p:par>
                      </p:childTnLst>
                    </p:cTn>
                  </p:par>
                  <p:par>
                    <p:cTn id="12" fill="hold">
                      <p:stCondLst>
                        <p:cond delay="indefinite"/>
                      </p:stCondLst>
                      <p:childTnLst>
                        <p:par>
                          <p:cTn id="13" fill="hold">
                            <p:stCondLst>
                              <p:cond delay="0"/>
                            </p:stCondLst>
                            <p:childTnLst>
                              <p:par>
                                <p:cTn id="14" presetID="53" presetClass="entr" presetSubtype="16" fill="hold" grpId="0" nodeType="clickEffect">
                                  <p:stCondLst>
                                    <p:cond delay="0"/>
                                  </p:stCondLst>
                                  <p:childTnLst>
                                    <p:set>
                                      <p:cBhvr>
                                        <p:cTn id="15" dur="1" fill="hold">
                                          <p:stCondLst>
                                            <p:cond delay="0"/>
                                          </p:stCondLst>
                                        </p:cTn>
                                        <p:tgtEl>
                                          <p:spTgt spid="51"/>
                                        </p:tgtEl>
                                        <p:attrNameLst>
                                          <p:attrName>style.visibility</p:attrName>
                                        </p:attrNameLst>
                                      </p:cBhvr>
                                      <p:to>
                                        <p:strVal val="visible"/>
                                      </p:to>
                                    </p:set>
                                    <p:anim calcmode="lin" valueType="num">
                                      <p:cBhvr>
                                        <p:cTn id="16" dur="500" fill="hold"/>
                                        <p:tgtEl>
                                          <p:spTgt spid="51"/>
                                        </p:tgtEl>
                                        <p:attrNameLst>
                                          <p:attrName>ppt_w</p:attrName>
                                        </p:attrNameLst>
                                      </p:cBhvr>
                                      <p:tavLst>
                                        <p:tav tm="0">
                                          <p:val>
                                            <p:fltVal val="0"/>
                                          </p:val>
                                        </p:tav>
                                        <p:tav tm="100000">
                                          <p:val>
                                            <p:strVal val="#ppt_w"/>
                                          </p:val>
                                        </p:tav>
                                      </p:tavLst>
                                    </p:anim>
                                    <p:anim calcmode="lin" valueType="num">
                                      <p:cBhvr>
                                        <p:cTn id="17" dur="500" fill="hold"/>
                                        <p:tgtEl>
                                          <p:spTgt spid="51"/>
                                        </p:tgtEl>
                                        <p:attrNameLst>
                                          <p:attrName>ppt_h</p:attrName>
                                        </p:attrNameLst>
                                      </p:cBhvr>
                                      <p:tavLst>
                                        <p:tav tm="0">
                                          <p:val>
                                            <p:fltVal val="0"/>
                                          </p:val>
                                        </p:tav>
                                        <p:tav tm="100000">
                                          <p:val>
                                            <p:strVal val="#ppt_h"/>
                                          </p:val>
                                        </p:tav>
                                      </p:tavLst>
                                    </p:anim>
                                    <p:animEffect transition="in" filter="fade">
                                      <p:cBhvr>
                                        <p:cTn id="18" dur="500"/>
                                        <p:tgtEl>
                                          <p:spTgt spid="51"/>
                                        </p:tgtEl>
                                      </p:cBhvr>
                                    </p:animEffect>
                                  </p:childTnLst>
                                </p:cTn>
                              </p:par>
                              <p:par>
                                <p:cTn id="19" presetID="53" presetClass="entr" presetSubtype="16" fill="hold" grpId="0" nodeType="withEffect">
                                  <p:stCondLst>
                                    <p:cond delay="0"/>
                                  </p:stCondLst>
                                  <p:childTnLst>
                                    <p:set>
                                      <p:cBhvr>
                                        <p:cTn id="20" dur="1" fill="hold">
                                          <p:stCondLst>
                                            <p:cond delay="0"/>
                                          </p:stCondLst>
                                        </p:cTn>
                                        <p:tgtEl>
                                          <p:spTgt spid="52"/>
                                        </p:tgtEl>
                                        <p:attrNameLst>
                                          <p:attrName>style.visibility</p:attrName>
                                        </p:attrNameLst>
                                      </p:cBhvr>
                                      <p:to>
                                        <p:strVal val="visible"/>
                                      </p:to>
                                    </p:set>
                                    <p:anim calcmode="lin" valueType="num">
                                      <p:cBhvr>
                                        <p:cTn id="21" dur="500" fill="hold"/>
                                        <p:tgtEl>
                                          <p:spTgt spid="52"/>
                                        </p:tgtEl>
                                        <p:attrNameLst>
                                          <p:attrName>ppt_w</p:attrName>
                                        </p:attrNameLst>
                                      </p:cBhvr>
                                      <p:tavLst>
                                        <p:tav tm="0">
                                          <p:val>
                                            <p:fltVal val="0"/>
                                          </p:val>
                                        </p:tav>
                                        <p:tav tm="100000">
                                          <p:val>
                                            <p:strVal val="#ppt_w"/>
                                          </p:val>
                                        </p:tav>
                                      </p:tavLst>
                                    </p:anim>
                                    <p:anim calcmode="lin" valueType="num">
                                      <p:cBhvr>
                                        <p:cTn id="22" dur="500" fill="hold"/>
                                        <p:tgtEl>
                                          <p:spTgt spid="52"/>
                                        </p:tgtEl>
                                        <p:attrNameLst>
                                          <p:attrName>ppt_h</p:attrName>
                                        </p:attrNameLst>
                                      </p:cBhvr>
                                      <p:tavLst>
                                        <p:tav tm="0">
                                          <p:val>
                                            <p:fltVal val="0"/>
                                          </p:val>
                                        </p:tav>
                                        <p:tav tm="100000">
                                          <p:val>
                                            <p:strVal val="#ppt_h"/>
                                          </p:val>
                                        </p:tav>
                                      </p:tavLst>
                                    </p:anim>
                                    <p:animEffect transition="in" filter="fade">
                                      <p:cBhvr>
                                        <p:cTn id="23" dur="500"/>
                                        <p:tgtEl>
                                          <p:spTgt spid="52"/>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35"/>
                                        </p:tgtEl>
                                        <p:attrNameLst>
                                          <p:attrName>style.visibility</p:attrName>
                                        </p:attrNameLst>
                                      </p:cBhvr>
                                      <p:to>
                                        <p:strVal val="visible"/>
                                      </p:to>
                                    </p:set>
                                    <p:anim calcmode="lin" valueType="num">
                                      <p:cBhvr>
                                        <p:cTn id="28" dur="500" fill="hold"/>
                                        <p:tgtEl>
                                          <p:spTgt spid="35"/>
                                        </p:tgtEl>
                                        <p:attrNameLst>
                                          <p:attrName>ppt_w</p:attrName>
                                        </p:attrNameLst>
                                      </p:cBhvr>
                                      <p:tavLst>
                                        <p:tav tm="0">
                                          <p:val>
                                            <p:fltVal val="0"/>
                                          </p:val>
                                        </p:tav>
                                        <p:tav tm="100000">
                                          <p:val>
                                            <p:strVal val="#ppt_w"/>
                                          </p:val>
                                        </p:tav>
                                      </p:tavLst>
                                    </p:anim>
                                    <p:anim calcmode="lin" valueType="num">
                                      <p:cBhvr>
                                        <p:cTn id="29" dur="500" fill="hold"/>
                                        <p:tgtEl>
                                          <p:spTgt spid="35"/>
                                        </p:tgtEl>
                                        <p:attrNameLst>
                                          <p:attrName>ppt_h</p:attrName>
                                        </p:attrNameLst>
                                      </p:cBhvr>
                                      <p:tavLst>
                                        <p:tav tm="0">
                                          <p:val>
                                            <p:fltVal val="0"/>
                                          </p:val>
                                        </p:tav>
                                        <p:tav tm="100000">
                                          <p:val>
                                            <p:strVal val="#ppt_h"/>
                                          </p:val>
                                        </p:tav>
                                      </p:tavLst>
                                    </p:anim>
                                    <p:animEffect transition="in" filter="fade">
                                      <p:cBhvr>
                                        <p:cTn id="30" dur="500"/>
                                        <p:tgtEl>
                                          <p:spTgt spid="35"/>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36"/>
                                        </p:tgtEl>
                                        <p:attrNameLst>
                                          <p:attrName>style.visibility</p:attrName>
                                        </p:attrNameLst>
                                      </p:cBhvr>
                                      <p:to>
                                        <p:strVal val="visible"/>
                                      </p:to>
                                    </p:set>
                                    <p:anim calcmode="lin" valueType="num">
                                      <p:cBhvr>
                                        <p:cTn id="33" dur="500" fill="hold"/>
                                        <p:tgtEl>
                                          <p:spTgt spid="36"/>
                                        </p:tgtEl>
                                        <p:attrNameLst>
                                          <p:attrName>ppt_w</p:attrName>
                                        </p:attrNameLst>
                                      </p:cBhvr>
                                      <p:tavLst>
                                        <p:tav tm="0">
                                          <p:val>
                                            <p:fltVal val="0"/>
                                          </p:val>
                                        </p:tav>
                                        <p:tav tm="100000">
                                          <p:val>
                                            <p:strVal val="#ppt_w"/>
                                          </p:val>
                                        </p:tav>
                                      </p:tavLst>
                                    </p:anim>
                                    <p:anim calcmode="lin" valueType="num">
                                      <p:cBhvr>
                                        <p:cTn id="34" dur="500" fill="hold"/>
                                        <p:tgtEl>
                                          <p:spTgt spid="36"/>
                                        </p:tgtEl>
                                        <p:attrNameLst>
                                          <p:attrName>ppt_h</p:attrName>
                                        </p:attrNameLst>
                                      </p:cBhvr>
                                      <p:tavLst>
                                        <p:tav tm="0">
                                          <p:val>
                                            <p:fltVal val="0"/>
                                          </p:val>
                                        </p:tav>
                                        <p:tav tm="100000">
                                          <p:val>
                                            <p:strVal val="#ppt_h"/>
                                          </p:val>
                                        </p:tav>
                                      </p:tavLst>
                                    </p:anim>
                                    <p:animEffect transition="in" filter="fade">
                                      <p:cBhvr>
                                        <p:cTn id="35" dur="500"/>
                                        <p:tgtEl>
                                          <p:spTgt spid="36"/>
                                        </p:tgtEl>
                                      </p:cBhvr>
                                    </p:animEffect>
                                  </p:childTnLst>
                                </p:cTn>
                              </p:par>
                            </p:childTnLst>
                          </p:cTn>
                        </p:par>
                      </p:childTnLst>
                    </p:cTn>
                  </p:par>
                  <p:par>
                    <p:cTn id="36" fill="hold">
                      <p:stCondLst>
                        <p:cond delay="indefinite"/>
                      </p:stCondLst>
                      <p:childTnLst>
                        <p:par>
                          <p:cTn id="37" fill="hold">
                            <p:stCondLst>
                              <p:cond delay="0"/>
                            </p:stCondLst>
                            <p:childTnLst>
                              <p:par>
                                <p:cTn id="38" presetID="53" presetClass="entr" presetSubtype="16" fill="hold" grpId="0" nodeType="clickEffect">
                                  <p:stCondLst>
                                    <p:cond delay="0"/>
                                  </p:stCondLst>
                                  <p:childTnLst>
                                    <p:set>
                                      <p:cBhvr>
                                        <p:cTn id="39" dur="1" fill="hold">
                                          <p:stCondLst>
                                            <p:cond delay="0"/>
                                          </p:stCondLst>
                                        </p:cTn>
                                        <p:tgtEl>
                                          <p:spTgt spid="37"/>
                                        </p:tgtEl>
                                        <p:attrNameLst>
                                          <p:attrName>style.visibility</p:attrName>
                                        </p:attrNameLst>
                                      </p:cBhvr>
                                      <p:to>
                                        <p:strVal val="visible"/>
                                      </p:to>
                                    </p:set>
                                    <p:anim calcmode="lin" valueType="num">
                                      <p:cBhvr>
                                        <p:cTn id="40" dur="500" fill="hold"/>
                                        <p:tgtEl>
                                          <p:spTgt spid="37"/>
                                        </p:tgtEl>
                                        <p:attrNameLst>
                                          <p:attrName>ppt_w</p:attrName>
                                        </p:attrNameLst>
                                      </p:cBhvr>
                                      <p:tavLst>
                                        <p:tav tm="0">
                                          <p:val>
                                            <p:fltVal val="0"/>
                                          </p:val>
                                        </p:tav>
                                        <p:tav tm="100000">
                                          <p:val>
                                            <p:strVal val="#ppt_w"/>
                                          </p:val>
                                        </p:tav>
                                      </p:tavLst>
                                    </p:anim>
                                    <p:anim calcmode="lin" valueType="num">
                                      <p:cBhvr>
                                        <p:cTn id="41" dur="500" fill="hold"/>
                                        <p:tgtEl>
                                          <p:spTgt spid="37"/>
                                        </p:tgtEl>
                                        <p:attrNameLst>
                                          <p:attrName>ppt_h</p:attrName>
                                        </p:attrNameLst>
                                      </p:cBhvr>
                                      <p:tavLst>
                                        <p:tav tm="0">
                                          <p:val>
                                            <p:fltVal val="0"/>
                                          </p:val>
                                        </p:tav>
                                        <p:tav tm="100000">
                                          <p:val>
                                            <p:strVal val="#ppt_h"/>
                                          </p:val>
                                        </p:tav>
                                      </p:tavLst>
                                    </p:anim>
                                    <p:animEffect transition="in" filter="fade">
                                      <p:cBhvr>
                                        <p:cTn id="42" dur="500"/>
                                        <p:tgtEl>
                                          <p:spTgt spid="37"/>
                                        </p:tgtEl>
                                      </p:cBhvr>
                                    </p:animEffect>
                                  </p:childTnLst>
                                </p:cTn>
                              </p:par>
                              <p:par>
                                <p:cTn id="43" presetID="53" presetClass="entr" presetSubtype="16" fill="hold" grpId="0" nodeType="withEffect">
                                  <p:stCondLst>
                                    <p:cond delay="0"/>
                                  </p:stCondLst>
                                  <p:childTnLst>
                                    <p:set>
                                      <p:cBhvr>
                                        <p:cTn id="44" dur="1" fill="hold">
                                          <p:stCondLst>
                                            <p:cond delay="0"/>
                                          </p:stCondLst>
                                        </p:cTn>
                                        <p:tgtEl>
                                          <p:spTgt spid="38"/>
                                        </p:tgtEl>
                                        <p:attrNameLst>
                                          <p:attrName>style.visibility</p:attrName>
                                        </p:attrNameLst>
                                      </p:cBhvr>
                                      <p:to>
                                        <p:strVal val="visible"/>
                                      </p:to>
                                    </p:set>
                                    <p:anim calcmode="lin" valueType="num">
                                      <p:cBhvr>
                                        <p:cTn id="45" dur="500" fill="hold"/>
                                        <p:tgtEl>
                                          <p:spTgt spid="38"/>
                                        </p:tgtEl>
                                        <p:attrNameLst>
                                          <p:attrName>ppt_w</p:attrName>
                                        </p:attrNameLst>
                                      </p:cBhvr>
                                      <p:tavLst>
                                        <p:tav tm="0">
                                          <p:val>
                                            <p:fltVal val="0"/>
                                          </p:val>
                                        </p:tav>
                                        <p:tav tm="100000">
                                          <p:val>
                                            <p:strVal val="#ppt_w"/>
                                          </p:val>
                                        </p:tav>
                                      </p:tavLst>
                                    </p:anim>
                                    <p:anim calcmode="lin" valueType="num">
                                      <p:cBhvr>
                                        <p:cTn id="46" dur="500" fill="hold"/>
                                        <p:tgtEl>
                                          <p:spTgt spid="38"/>
                                        </p:tgtEl>
                                        <p:attrNameLst>
                                          <p:attrName>ppt_h</p:attrName>
                                        </p:attrNameLst>
                                      </p:cBhvr>
                                      <p:tavLst>
                                        <p:tav tm="0">
                                          <p:val>
                                            <p:fltVal val="0"/>
                                          </p:val>
                                        </p:tav>
                                        <p:tav tm="100000">
                                          <p:val>
                                            <p:strVal val="#ppt_h"/>
                                          </p:val>
                                        </p:tav>
                                      </p:tavLst>
                                    </p:anim>
                                    <p:animEffect transition="in" filter="fade">
                                      <p:cBhvr>
                                        <p:cTn id="47" dur="500"/>
                                        <p:tgtEl>
                                          <p:spTgt spid="38"/>
                                        </p:tgtEl>
                                      </p:cBhvr>
                                    </p:animEffect>
                                  </p:childTnLst>
                                </p:cTn>
                              </p:par>
                            </p:childTnLst>
                          </p:cTn>
                        </p:par>
                      </p:childTnLst>
                    </p:cTn>
                  </p:par>
                  <p:par>
                    <p:cTn id="48" fill="hold">
                      <p:stCondLst>
                        <p:cond delay="indefinite"/>
                      </p:stCondLst>
                      <p:childTnLst>
                        <p:par>
                          <p:cTn id="49" fill="hold">
                            <p:stCondLst>
                              <p:cond delay="0"/>
                            </p:stCondLst>
                            <p:childTnLst>
                              <p:par>
                                <p:cTn id="50" presetID="53" presetClass="entr" presetSubtype="16" fill="hold" grpId="0" nodeType="clickEffect">
                                  <p:stCondLst>
                                    <p:cond delay="0"/>
                                  </p:stCondLst>
                                  <p:childTnLst>
                                    <p:set>
                                      <p:cBhvr>
                                        <p:cTn id="51" dur="1" fill="hold">
                                          <p:stCondLst>
                                            <p:cond delay="0"/>
                                          </p:stCondLst>
                                        </p:cTn>
                                        <p:tgtEl>
                                          <p:spTgt spid="39"/>
                                        </p:tgtEl>
                                        <p:attrNameLst>
                                          <p:attrName>style.visibility</p:attrName>
                                        </p:attrNameLst>
                                      </p:cBhvr>
                                      <p:to>
                                        <p:strVal val="visible"/>
                                      </p:to>
                                    </p:set>
                                    <p:anim calcmode="lin" valueType="num">
                                      <p:cBhvr>
                                        <p:cTn id="52" dur="500" fill="hold"/>
                                        <p:tgtEl>
                                          <p:spTgt spid="39"/>
                                        </p:tgtEl>
                                        <p:attrNameLst>
                                          <p:attrName>ppt_w</p:attrName>
                                        </p:attrNameLst>
                                      </p:cBhvr>
                                      <p:tavLst>
                                        <p:tav tm="0">
                                          <p:val>
                                            <p:fltVal val="0"/>
                                          </p:val>
                                        </p:tav>
                                        <p:tav tm="100000">
                                          <p:val>
                                            <p:strVal val="#ppt_w"/>
                                          </p:val>
                                        </p:tav>
                                      </p:tavLst>
                                    </p:anim>
                                    <p:anim calcmode="lin" valueType="num">
                                      <p:cBhvr>
                                        <p:cTn id="53" dur="500" fill="hold"/>
                                        <p:tgtEl>
                                          <p:spTgt spid="39"/>
                                        </p:tgtEl>
                                        <p:attrNameLst>
                                          <p:attrName>ppt_h</p:attrName>
                                        </p:attrNameLst>
                                      </p:cBhvr>
                                      <p:tavLst>
                                        <p:tav tm="0">
                                          <p:val>
                                            <p:fltVal val="0"/>
                                          </p:val>
                                        </p:tav>
                                        <p:tav tm="100000">
                                          <p:val>
                                            <p:strVal val="#ppt_h"/>
                                          </p:val>
                                        </p:tav>
                                      </p:tavLst>
                                    </p:anim>
                                    <p:animEffect transition="in" filter="fade">
                                      <p:cBhvr>
                                        <p:cTn id="54" dur="500"/>
                                        <p:tgtEl>
                                          <p:spTgt spid="39"/>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40"/>
                                        </p:tgtEl>
                                        <p:attrNameLst>
                                          <p:attrName>style.visibility</p:attrName>
                                        </p:attrNameLst>
                                      </p:cBhvr>
                                      <p:to>
                                        <p:strVal val="visible"/>
                                      </p:to>
                                    </p:set>
                                    <p:anim calcmode="lin" valueType="num">
                                      <p:cBhvr>
                                        <p:cTn id="57" dur="500" fill="hold"/>
                                        <p:tgtEl>
                                          <p:spTgt spid="40"/>
                                        </p:tgtEl>
                                        <p:attrNameLst>
                                          <p:attrName>ppt_w</p:attrName>
                                        </p:attrNameLst>
                                      </p:cBhvr>
                                      <p:tavLst>
                                        <p:tav tm="0">
                                          <p:val>
                                            <p:fltVal val="0"/>
                                          </p:val>
                                        </p:tav>
                                        <p:tav tm="100000">
                                          <p:val>
                                            <p:strVal val="#ppt_w"/>
                                          </p:val>
                                        </p:tav>
                                      </p:tavLst>
                                    </p:anim>
                                    <p:anim calcmode="lin" valueType="num">
                                      <p:cBhvr>
                                        <p:cTn id="58" dur="500" fill="hold"/>
                                        <p:tgtEl>
                                          <p:spTgt spid="40"/>
                                        </p:tgtEl>
                                        <p:attrNameLst>
                                          <p:attrName>ppt_h</p:attrName>
                                        </p:attrNameLst>
                                      </p:cBhvr>
                                      <p:tavLst>
                                        <p:tav tm="0">
                                          <p:val>
                                            <p:fltVal val="0"/>
                                          </p:val>
                                        </p:tav>
                                        <p:tav tm="100000">
                                          <p:val>
                                            <p:strVal val="#ppt_h"/>
                                          </p:val>
                                        </p:tav>
                                      </p:tavLst>
                                    </p:anim>
                                    <p:animEffect transition="in" filter="fade">
                                      <p:cBhvr>
                                        <p:cTn id="59" dur="500"/>
                                        <p:tgtEl>
                                          <p:spTgt spid="40"/>
                                        </p:tgtEl>
                                      </p:cBhvr>
                                    </p:animEffect>
                                  </p:childTnLst>
                                </p:cTn>
                              </p:par>
                            </p:childTnLst>
                          </p:cTn>
                        </p:par>
                      </p:childTnLst>
                    </p:cTn>
                  </p:par>
                  <p:par>
                    <p:cTn id="60" fill="hold">
                      <p:stCondLst>
                        <p:cond delay="indefinite"/>
                      </p:stCondLst>
                      <p:childTnLst>
                        <p:par>
                          <p:cTn id="61" fill="hold">
                            <p:stCondLst>
                              <p:cond delay="0"/>
                            </p:stCondLst>
                            <p:childTnLst>
                              <p:par>
                                <p:cTn id="62" presetID="53" presetClass="entr" presetSubtype="16" fill="hold" grpId="0" nodeType="clickEffect">
                                  <p:stCondLst>
                                    <p:cond delay="0"/>
                                  </p:stCondLst>
                                  <p:childTnLst>
                                    <p:set>
                                      <p:cBhvr>
                                        <p:cTn id="63" dur="1" fill="hold">
                                          <p:stCondLst>
                                            <p:cond delay="0"/>
                                          </p:stCondLst>
                                        </p:cTn>
                                        <p:tgtEl>
                                          <p:spTgt spid="45"/>
                                        </p:tgtEl>
                                        <p:attrNameLst>
                                          <p:attrName>style.visibility</p:attrName>
                                        </p:attrNameLst>
                                      </p:cBhvr>
                                      <p:to>
                                        <p:strVal val="visible"/>
                                      </p:to>
                                    </p:set>
                                    <p:anim calcmode="lin" valueType="num">
                                      <p:cBhvr>
                                        <p:cTn id="64" dur="500" fill="hold"/>
                                        <p:tgtEl>
                                          <p:spTgt spid="45"/>
                                        </p:tgtEl>
                                        <p:attrNameLst>
                                          <p:attrName>ppt_w</p:attrName>
                                        </p:attrNameLst>
                                      </p:cBhvr>
                                      <p:tavLst>
                                        <p:tav tm="0">
                                          <p:val>
                                            <p:fltVal val="0"/>
                                          </p:val>
                                        </p:tav>
                                        <p:tav tm="100000">
                                          <p:val>
                                            <p:strVal val="#ppt_w"/>
                                          </p:val>
                                        </p:tav>
                                      </p:tavLst>
                                    </p:anim>
                                    <p:anim calcmode="lin" valueType="num">
                                      <p:cBhvr>
                                        <p:cTn id="65" dur="500" fill="hold"/>
                                        <p:tgtEl>
                                          <p:spTgt spid="45"/>
                                        </p:tgtEl>
                                        <p:attrNameLst>
                                          <p:attrName>ppt_h</p:attrName>
                                        </p:attrNameLst>
                                      </p:cBhvr>
                                      <p:tavLst>
                                        <p:tav tm="0">
                                          <p:val>
                                            <p:fltVal val="0"/>
                                          </p:val>
                                        </p:tav>
                                        <p:tav tm="100000">
                                          <p:val>
                                            <p:strVal val="#ppt_h"/>
                                          </p:val>
                                        </p:tav>
                                      </p:tavLst>
                                    </p:anim>
                                    <p:animEffect transition="in" filter="fade">
                                      <p:cBhvr>
                                        <p:cTn id="66" dur="500"/>
                                        <p:tgtEl>
                                          <p:spTgt spid="45"/>
                                        </p:tgtEl>
                                      </p:cBhvr>
                                    </p:animEffect>
                                  </p:childTnLst>
                                </p:cTn>
                              </p:par>
                              <p:par>
                                <p:cTn id="67" presetID="53" presetClass="entr" presetSubtype="16" fill="hold" grpId="0" nodeType="withEffect">
                                  <p:stCondLst>
                                    <p:cond delay="0"/>
                                  </p:stCondLst>
                                  <p:childTnLst>
                                    <p:set>
                                      <p:cBhvr>
                                        <p:cTn id="68" dur="1" fill="hold">
                                          <p:stCondLst>
                                            <p:cond delay="0"/>
                                          </p:stCondLst>
                                        </p:cTn>
                                        <p:tgtEl>
                                          <p:spTgt spid="46"/>
                                        </p:tgtEl>
                                        <p:attrNameLst>
                                          <p:attrName>style.visibility</p:attrName>
                                        </p:attrNameLst>
                                      </p:cBhvr>
                                      <p:to>
                                        <p:strVal val="visible"/>
                                      </p:to>
                                    </p:set>
                                    <p:anim calcmode="lin" valueType="num">
                                      <p:cBhvr>
                                        <p:cTn id="69" dur="500" fill="hold"/>
                                        <p:tgtEl>
                                          <p:spTgt spid="46"/>
                                        </p:tgtEl>
                                        <p:attrNameLst>
                                          <p:attrName>ppt_w</p:attrName>
                                        </p:attrNameLst>
                                      </p:cBhvr>
                                      <p:tavLst>
                                        <p:tav tm="0">
                                          <p:val>
                                            <p:fltVal val="0"/>
                                          </p:val>
                                        </p:tav>
                                        <p:tav tm="100000">
                                          <p:val>
                                            <p:strVal val="#ppt_w"/>
                                          </p:val>
                                        </p:tav>
                                      </p:tavLst>
                                    </p:anim>
                                    <p:anim calcmode="lin" valueType="num">
                                      <p:cBhvr>
                                        <p:cTn id="70" dur="500" fill="hold"/>
                                        <p:tgtEl>
                                          <p:spTgt spid="46"/>
                                        </p:tgtEl>
                                        <p:attrNameLst>
                                          <p:attrName>ppt_h</p:attrName>
                                        </p:attrNameLst>
                                      </p:cBhvr>
                                      <p:tavLst>
                                        <p:tav tm="0">
                                          <p:val>
                                            <p:fltVal val="0"/>
                                          </p:val>
                                        </p:tav>
                                        <p:tav tm="100000">
                                          <p:val>
                                            <p:strVal val="#ppt_h"/>
                                          </p:val>
                                        </p:tav>
                                      </p:tavLst>
                                    </p:anim>
                                    <p:animEffect transition="in" filter="fade">
                                      <p:cBhvr>
                                        <p:cTn id="71" dur="500"/>
                                        <p:tgtEl>
                                          <p:spTgt spid="46"/>
                                        </p:tgtEl>
                                      </p:cBhvr>
                                    </p:animEffect>
                                  </p:childTnLst>
                                </p:cTn>
                              </p:par>
                            </p:childTnLst>
                          </p:cTn>
                        </p:par>
                      </p:childTnLst>
                    </p:cTn>
                  </p:par>
                  <p:par>
                    <p:cTn id="72" fill="hold">
                      <p:stCondLst>
                        <p:cond delay="indefinite"/>
                      </p:stCondLst>
                      <p:childTnLst>
                        <p:par>
                          <p:cTn id="73" fill="hold">
                            <p:stCondLst>
                              <p:cond delay="0"/>
                            </p:stCondLst>
                            <p:childTnLst>
                              <p:par>
                                <p:cTn id="74" presetID="53" presetClass="entr" presetSubtype="16" fill="hold" grpId="0" nodeType="clickEffect">
                                  <p:stCondLst>
                                    <p:cond delay="0"/>
                                  </p:stCondLst>
                                  <p:childTnLst>
                                    <p:set>
                                      <p:cBhvr>
                                        <p:cTn id="75" dur="1" fill="hold">
                                          <p:stCondLst>
                                            <p:cond delay="0"/>
                                          </p:stCondLst>
                                        </p:cTn>
                                        <p:tgtEl>
                                          <p:spTgt spid="47"/>
                                        </p:tgtEl>
                                        <p:attrNameLst>
                                          <p:attrName>style.visibility</p:attrName>
                                        </p:attrNameLst>
                                      </p:cBhvr>
                                      <p:to>
                                        <p:strVal val="visible"/>
                                      </p:to>
                                    </p:set>
                                    <p:anim calcmode="lin" valueType="num">
                                      <p:cBhvr>
                                        <p:cTn id="76" dur="500" fill="hold"/>
                                        <p:tgtEl>
                                          <p:spTgt spid="47"/>
                                        </p:tgtEl>
                                        <p:attrNameLst>
                                          <p:attrName>ppt_w</p:attrName>
                                        </p:attrNameLst>
                                      </p:cBhvr>
                                      <p:tavLst>
                                        <p:tav tm="0">
                                          <p:val>
                                            <p:fltVal val="0"/>
                                          </p:val>
                                        </p:tav>
                                        <p:tav tm="100000">
                                          <p:val>
                                            <p:strVal val="#ppt_w"/>
                                          </p:val>
                                        </p:tav>
                                      </p:tavLst>
                                    </p:anim>
                                    <p:anim calcmode="lin" valueType="num">
                                      <p:cBhvr>
                                        <p:cTn id="77" dur="500" fill="hold"/>
                                        <p:tgtEl>
                                          <p:spTgt spid="47"/>
                                        </p:tgtEl>
                                        <p:attrNameLst>
                                          <p:attrName>ppt_h</p:attrName>
                                        </p:attrNameLst>
                                      </p:cBhvr>
                                      <p:tavLst>
                                        <p:tav tm="0">
                                          <p:val>
                                            <p:fltVal val="0"/>
                                          </p:val>
                                        </p:tav>
                                        <p:tav tm="100000">
                                          <p:val>
                                            <p:strVal val="#ppt_h"/>
                                          </p:val>
                                        </p:tav>
                                      </p:tavLst>
                                    </p:anim>
                                    <p:animEffect transition="in" filter="fade">
                                      <p:cBhvr>
                                        <p:cTn id="78" dur="500"/>
                                        <p:tgtEl>
                                          <p:spTgt spid="47"/>
                                        </p:tgtEl>
                                      </p:cBhvr>
                                    </p:animEffect>
                                  </p:childTnLst>
                                </p:cTn>
                              </p:par>
                              <p:par>
                                <p:cTn id="79" presetID="53" presetClass="entr" presetSubtype="16" fill="hold" grpId="0" nodeType="withEffect">
                                  <p:stCondLst>
                                    <p:cond delay="0"/>
                                  </p:stCondLst>
                                  <p:childTnLst>
                                    <p:set>
                                      <p:cBhvr>
                                        <p:cTn id="80" dur="1" fill="hold">
                                          <p:stCondLst>
                                            <p:cond delay="0"/>
                                          </p:stCondLst>
                                        </p:cTn>
                                        <p:tgtEl>
                                          <p:spTgt spid="48"/>
                                        </p:tgtEl>
                                        <p:attrNameLst>
                                          <p:attrName>style.visibility</p:attrName>
                                        </p:attrNameLst>
                                      </p:cBhvr>
                                      <p:to>
                                        <p:strVal val="visible"/>
                                      </p:to>
                                    </p:set>
                                    <p:anim calcmode="lin" valueType="num">
                                      <p:cBhvr>
                                        <p:cTn id="81" dur="500" fill="hold"/>
                                        <p:tgtEl>
                                          <p:spTgt spid="48"/>
                                        </p:tgtEl>
                                        <p:attrNameLst>
                                          <p:attrName>ppt_w</p:attrName>
                                        </p:attrNameLst>
                                      </p:cBhvr>
                                      <p:tavLst>
                                        <p:tav tm="0">
                                          <p:val>
                                            <p:fltVal val="0"/>
                                          </p:val>
                                        </p:tav>
                                        <p:tav tm="100000">
                                          <p:val>
                                            <p:strVal val="#ppt_w"/>
                                          </p:val>
                                        </p:tav>
                                      </p:tavLst>
                                    </p:anim>
                                    <p:anim calcmode="lin" valueType="num">
                                      <p:cBhvr>
                                        <p:cTn id="82" dur="500" fill="hold"/>
                                        <p:tgtEl>
                                          <p:spTgt spid="48"/>
                                        </p:tgtEl>
                                        <p:attrNameLst>
                                          <p:attrName>ppt_h</p:attrName>
                                        </p:attrNameLst>
                                      </p:cBhvr>
                                      <p:tavLst>
                                        <p:tav tm="0">
                                          <p:val>
                                            <p:fltVal val="0"/>
                                          </p:val>
                                        </p:tav>
                                        <p:tav tm="100000">
                                          <p:val>
                                            <p:strVal val="#ppt_h"/>
                                          </p:val>
                                        </p:tav>
                                      </p:tavLst>
                                    </p:anim>
                                    <p:animEffect transition="in" filter="fade">
                                      <p:cBhvr>
                                        <p:cTn id="83"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 grpId="0" animBg="1"/>
      <p:bldP spid="107" grpId="0"/>
      <p:bldP spid="35" grpId="0" animBg="1"/>
      <p:bldP spid="36" grpId="0" animBg="1"/>
      <p:bldP spid="37" grpId="0" animBg="1"/>
      <p:bldP spid="38" grpId="0" animBg="1"/>
      <p:bldP spid="39" grpId="0" animBg="1"/>
      <p:bldP spid="40" grpId="0" animBg="1"/>
      <p:bldP spid="45" grpId="0" animBg="1"/>
      <p:bldP spid="46" grpId="0" animBg="1"/>
      <p:bldP spid="47" grpId="0" animBg="1"/>
      <p:bldP spid="48" grpId="0" animBg="1"/>
      <p:bldP spid="51" grpId="0" animBg="1"/>
      <p:bldP spid="5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61" name="Google Shape;461;p45"/>
          <p:cNvSpPr txBox="1">
            <a:spLocks noGrp="1"/>
          </p:cNvSpPr>
          <p:nvPr>
            <p:ph type="title" idx="2"/>
          </p:nvPr>
        </p:nvSpPr>
        <p:spPr>
          <a:xfrm>
            <a:off x="316140" y="278679"/>
            <a:ext cx="3468900" cy="1104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01</a:t>
            </a:r>
            <a:endParaRPr dirty="0"/>
          </a:p>
        </p:txBody>
      </p:sp>
      <p:sp>
        <p:nvSpPr>
          <p:cNvPr id="12" name="Google Shape;223;p25">
            <a:extLst>
              <a:ext uri="{FF2B5EF4-FFF2-40B4-BE49-F238E27FC236}">
                <a16:creationId xmlns:a16="http://schemas.microsoft.com/office/drawing/2014/main" id="{761EE900-A22D-4716-BF38-953CFD9B9CD5}"/>
              </a:ext>
            </a:extLst>
          </p:cNvPr>
          <p:cNvSpPr/>
          <p:nvPr/>
        </p:nvSpPr>
        <p:spPr>
          <a:xfrm>
            <a:off x="6057998" y="776080"/>
            <a:ext cx="198000" cy="198000"/>
          </a:xfrm>
          <a:prstGeom prst="rect">
            <a:avLst/>
          </a:prstGeom>
          <a:solidFill>
            <a:srgbClr val="0F4C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F4C81"/>
              </a:solidFill>
            </a:endParaRPr>
          </a:p>
        </p:txBody>
      </p:sp>
      <p:sp>
        <p:nvSpPr>
          <p:cNvPr id="13" name="Google Shape;224;p25">
            <a:extLst>
              <a:ext uri="{FF2B5EF4-FFF2-40B4-BE49-F238E27FC236}">
                <a16:creationId xmlns:a16="http://schemas.microsoft.com/office/drawing/2014/main" id="{50C1535E-AF3C-4299-86E4-AFA8DCE3252A}"/>
              </a:ext>
            </a:extLst>
          </p:cNvPr>
          <p:cNvSpPr/>
          <p:nvPr/>
        </p:nvSpPr>
        <p:spPr>
          <a:xfrm>
            <a:off x="7030204" y="776080"/>
            <a:ext cx="198000" cy="198000"/>
          </a:xfrm>
          <a:prstGeom prst="rect">
            <a:avLst/>
          </a:prstGeom>
          <a:solidFill>
            <a:srgbClr val="98BE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0AA9B"/>
              </a:solidFill>
            </a:endParaRPr>
          </a:p>
        </p:txBody>
      </p:sp>
      <p:sp>
        <p:nvSpPr>
          <p:cNvPr id="14" name="Google Shape;225;p25">
            <a:extLst>
              <a:ext uri="{FF2B5EF4-FFF2-40B4-BE49-F238E27FC236}">
                <a16:creationId xmlns:a16="http://schemas.microsoft.com/office/drawing/2014/main" id="{9C834A09-6607-4FAC-B901-DFF56A22AE84}"/>
              </a:ext>
            </a:extLst>
          </p:cNvPr>
          <p:cNvSpPr/>
          <p:nvPr/>
        </p:nvSpPr>
        <p:spPr>
          <a:xfrm>
            <a:off x="6710898" y="776080"/>
            <a:ext cx="198000" cy="198000"/>
          </a:xfrm>
          <a:prstGeom prst="rect">
            <a:avLst/>
          </a:prstGeom>
          <a:solidFill>
            <a:srgbClr val="EF46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224;p25">
            <a:extLst>
              <a:ext uri="{FF2B5EF4-FFF2-40B4-BE49-F238E27FC236}">
                <a16:creationId xmlns:a16="http://schemas.microsoft.com/office/drawing/2014/main" id="{4E934142-8163-49BB-B175-903FD8BB36A3}"/>
              </a:ext>
            </a:extLst>
          </p:cNvPr>
          <p:cNvSpPr/>
          <p:nvPr/>
        </p:nvSpPr>
        <p:spPr>
          <a:xfrm>
            <a:off x="6384448" y="776080"/>
            <a:ext cx="198000" cy="198000"/>
          </a:xfrm>
          <a:prstGeom prst="rect">
            <a:avLst/>
          </a:prstGeom>
          <a:solidFill>
            <a:srgbClr val="69A1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69A147"/>
              </a:solidFill>
            </a:endParaRPr>
          </a:p>
        </p:txBody>
      </p:sp>
      <p:sp>
        <p:nvSpPr>
          <p:cNvPr id="19" name="Rectangle 18">
            <a:extLst>
              <a:ext uri="{FF2B5EF4-FFF2-40B4-BE49-F238E27FC236}">
                <a16:creationId xmlns:a16="http://schemas.microsoft.com/office/drawing/2014/main" id="{96391A46-E587-4060-8C7F-A5331BC2C32B}"/>
              </a:ext>
            </a:extLst>
          </p:cNvPr>
          <p:cNvSpPr/>
          <p:nvPr/>
        </p:nvSpPr>
        <p:spPr>
          <a:xfrm>
            <a:off x="0" y="4764880"/>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L-Shape 16">
            <a:extLst>
              <a:ext uri="{FF2B5EF4-FFF2-40B4-BE49-F238E27FC236}">
                <a16:creationId xmlns:a16="http://schemas.microsoft.com/office/drawing/2014/main" id="{8BD42EDA-BABD-4FBF-8021-03D895FC8DC5}"/>
              </a:ext>
            </a:extLst>
          </p:cNvPr>
          <p:cNvSpPr/>
          <p:nvPr/>
        </p:nvSpPr>
        <p:spPr>
          <a:xfrm rot="10800000">
            <a:off x="8509883" y="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L-Shape 17">
            <a:extLst>
              <a:ext uri="{FF2B5EF4-FFF2-40B4-BE49-F238E27FC236}">
                <a16:creationId xmlns:a16="http://schemas.microsoft.com/office/drawing/2014/main" id="{8317E6B2-56A9-4D64-9470-C9C57F7D54FA}"/>
              </a:ext>
            </a:extLst>
          </p:cNvPr>
          <p:cNvSpPr/>
          <p:nvPr/>
        </p:nvSpPr>
        <p:spPr>
          <a:xfrm rot="10800000">
            <a:off x="8509883" y="444235"/>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L-Shape 20">
            <a:extLst>
              <a:ext uri="{FF2B5EF4-FFF2-40B4-BE49-F238E27FC236}">
                <a16:creationId xmlns:a16="http://schemas.microsoft.com/office/drawing/2014/main" id="{DE2A99EE-D5FD-4E1F-AD7F-8D74E850E5B5}"/>
              </a:ext>
            </a:extLst>
          </p:cNvPr>
          <p:cNvSpPr/>
          <p:nvPr/>
        </p:nvSpPr>
        <p:spPr>
          <a:xfrm rot="5400000">
            <a:off x="1964505" y="1659370"/>
            <a:ext cx="634117" cy="64425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Google Shape;460;p45">
            <a:extLst>
              <a:ext uri="{FF2B5EF4-FFF2-40B4-BE49-F238E27FC236}">
                <a16:creationId xmlns:a16="http://schemas.microsoft.com/office/drawing/2014/main" id="{36327026-A591-405D-AAD5-016E25626807}"/>
              </a:ext>
            </a:extLst>
          </p:cNvPr>
          <p:cNvSpPr txBox="1">
            <a:spLocks/>
          </p:cNvSpPr>
          <p:nvPr/>
        </p:nvSpPr>
        <p:spPr>
          <a:xfrm>
            <a:off x="2401455" y="2094030"/>
            <a:ext cx="5168560" cy="17172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4200"/>
              <a:buFont typeface="Anton"/>
              <a:buNone/>
              <a:defRPr sz="4800" b="0" i="0" u="none" strike="noStrike" cap="none">
                <a:solidFill>
                  <a:schemeClr val="dk2"/>
                </a:solidFill>
                <a:latin typeface="Anton"/>
                <a:ea typeface="Anton"/>
                <a:cs typeface="Anton"/>
                <a:sym typeface="Anton"/>
              </a:defRPr>
            </a:lvl1pPr>
            <a:lvl2pPr marR="0" lvl="1"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2pPr>
            <a:lvl3pPr marR="0" lvl="2"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3pPr>
            <a:lvl4pPr marR="0" lvl="3"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4pPr>
            <a:lvl5pPr marR="0" lvl="4"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5pPr>
            <a:lvl6pPr marR="0" lvl="5"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6pPr>
            <a:lvl7pPr marR="0" lvl="6"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7pPr>
            <a:lvl8pPr marR="0" lvl="7"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8pPr>
            <a:lvl9pPr marR="0" lvl="8"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9pPr>
          </a:lstStyle>
          <a:p>
            <a:r>
              <a:rPr lang="en-US" dirty="0">
                <a:solidFill>
                  <a:srgbClr val="434343"/>
                </a:solidFill>
              </a:rPr>
              <a:t>   CONTEXTE DU </a:t>
            </a:r>
          </a:p>
          <a:p>
            <a:r>
              <a:rPr lang="en-US" dirty="0">
                <a:solidFill>
                  <a:srgbClr val="0F4C81"/>
                </a:solidFill>
              </a:rPr>
              <a:t>                 PROJET</a:t>
            </a:r>
          </a:p>
        </p:txBody>
      </p:sp>
      <p:sp>
        <p:nvSpPr>
          <p:cNvPr id="23" name="L-Shape 22">
            <a:extLst>
              <a:ext uri="{FF2B5EF4-FFF2-40B4-BE49-F238E27FC236}">
                <a16:creationId xmlns:a16="http://schemas.microsoft.com/office/drawing/2014/main" id="{22F5C796-3BBB-4DEB-9A3A-A54F33A30DD9}"/>
              </a:ext>
            </a:extLst>
          </p:cNvPr>
          <p:cNvSpPr/>
          <p:nvPr/>
        </p:nvSpPr>
        <p:spPr>
          <a:xfrm rot="16200000">
            <a:off x="6560377" y="3535466"/>
            <a:ext cx="634117" cy="64425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Box 23">
            <a:extLst>
              <a:ext uri="{FF2B5EF4-FFF2-40B4-BE49-F238E27FC236}">
                <a16:creationId xmlns:a16="http://schemas.microsoft.com/office/drawing/2014/main" id="{30441D4E-C4B4-E4AD-E919-1B42EBB67EC8}"/>
              </a:ext>
            </a:extLst>
          </p:cNvPr>
          <p:cNvSpPr txBox="1"/>
          <p:nvPr/>
        </p:nvSpPr>
        <p:spPr>
          <a:xfrm>
            <a:off x="316140" y="4823384"/>
            <a:ext cx="371462" cy="261610"/>
          </a:xfrm>
          <a:prstGeom prst="rect">
            <a:avLst/>
          </a:prstGeom>
          <a:noFill/>
        </p:spPr>
        <p:txBody>
          <a:bodyPr wrap="square">
            <a:spAutoFit/>
          </a:bodyPr>
          <a:lstStyle/>
          <a:p>
            <a:pPr algn="r" rtl="0">
              <a:spcBef>
                <a:spcPts val="0"/>
              </a:spcBef>
              <a:spcAft>
                <a:spcPts val="0"/>
              </a:spcAft>
            </a:pPr>
            <a:r>
              <a:rPr lang="fr-FR" sz="900" dirty="0">
                <a:solidFill>
                  <a:srgbClr val="464646"/>
                </a:solidFill>
                <a:latin typeface="Calibri" panose="020F0502020204030204" pitchFamily="34" charset="0"/>
              </a:rPr>
              <a:t>3</a:t>
            </a:r>
            <a:r>
              <a:rPr lang="fr-FR" sz="1100" b="1" dirty="0">
                <a:solidFill>
                  <a:srgbClr val="0F4C81"/>
                </a:solidFill>
              </a:rPr>
              <a:t> |</a:t>
            </a:r>
            <a:endParaRPr lang="en-US" sz="900" dirty="0"/>
          </a:p>
        </p:txBody>
      </p:sp>
    </p:spTree>
    <p:extLst>
      <p:ext uri="{BB962C8B-B14F-4D97-AF65-F5344CB8AC3E}">
        <p14:creationId xmlns:p14="http://schemas.microsoft.com/office/powerpoint/2010/main" val="49772383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ppt_x"/>
                                          </p:val>
                                        </p:tav>
                                        <p:tav tm="100000">
                                          <p:val>
                                            <p:strVal val="#ppt_x"/>
                                          </p:val>
                                        </p:tav>
                                      </p:tavLst>
                                    </p:anim>
                                    <p:anim calcmode="lin" valueType="num">
                                      <p:cBhvr additive="base">
                                        <p:cTn id="8" dur="500" fill="hold"/>
                                        <p:tgtEl>
                                          <p:spTgt spid="2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61"/>
                                        </p:tgtEl>
                                        <p:attrNameLst>
                                          <p:attrName>style.visibility</p:attrName>
                                        </p:attrNameLst>
                                      </p:cBhvr>
                                      <p:to>
                                        <p:strVal val="visible"/>
                                      </p:to>
                                    </p:set>
                                    <p:anim calcmode="lin" valueType="num">
                                      <p:cBhvr additive="base">
                                        <p:cTn id="11" dur="500" fill="hold"/>
                                        <p:tgtEl>
                                          <p:spTgt spid="461"/>
                                        </p:tgtEl>
                                        <p:attrNameLst>
                                          <p:attrName>ppt_x</p:attrName>
                                        </p:attrNameLst>
                                      </p:cBhvr>
                                      <p:tavLst>
                                        <p:tav tm="0">
                                          <p:val>
                                            <p:strVal val="#ppt_x"/>
                                          </p:val>
                                        </p:tav>
                                        <p:tav tm="100000">
                                          <p:val>
                                            <p:strVal val="#ppt_x"/>
                                          </p:val>
                                        </p:tav>
                                      </p:tavLst>
                                    </p:anim>
                                    <p:anim calcmode="lin" valueType="num">
                                      <p:cBhvr additive="base">
                                        <p:cTn id="12" dur="500" fill="hold"/>
                                        <p:tgtEl>
                                          <p:spTgt spid="4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 grpId="0"/>
      <p:bldP spid="22"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0FC19E4-122D-4A79-992E-FE5D32D96B06}"/>
              </a:ext>
            </a:extLst>
          </p:cNvPr>
          <p:cNvSpPr>
            <a:spLocks/>
          </p:cNvSpPr>
          <p:nvPr/>
        </p:nvSpPr>
        <p:spPr bwMode="auto">
          <a:xfrm>
            <a:off x="3131476" y="252642"/>
            <a:ext cx="29046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nchor="ctr">
            <a:spAutoFit/>
          </a:bodyPr>
          <a:lstStyle/>
          <a:p>
            <a:pPr algn="ctr"/>
            <a:r>
              <a:rPr lang="en-US" sz="20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rPr>
              <a:t>ORGANISME D’ACCUEIL</a:t>
            </a:r>
          </a:p>
        </p:txBody>
      </p:sp>
      <p:sp>
        <p:nvSpPr>
          <p:cNvPr id="5" name="Rectangle 1">
            <a:extLst>
              <a:ext uri="{FF2B5EF4-FFF2-40B4-BE49-F238E27FC236}">
                <a16:creationId xmlns:a16="http://schemas.microsoft.com/office/drawing/2014/main" id="{9C358EBF-C076-42A9-A218-FEDE3D59436A}"/>
              </a:ext>
            </a:extLst>
          </p:cNvPr>
          <p:cNvSpPr>
            <a:spLocks/>
          </p:cNvSpPr>
          <p:nvPr/>
        </p:nvSpPr>
        <p:spPr bwMode="auto">
          <a:xfrm>
            <a:off x="3226351" y="65782"/>
            <a:ext cx="2691298"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en-US" sz="1050" spc="82" dirty="0">
                <a:solidFill>
                  <a:schemeClr val="bg1">
                    <a:lumMod val="50000"/>
                  </a:schemeClr>
                </a:solidFill>
                <a:latin typeface="Source Sans Pro" charset="0"/>
                <a:ea typeface="Source Sans Pro" charset="0"/>
                <a:cs typeface="Source Sans Pro" charset="0"/>
                <a:sym typeface="Bebas Neue" charset="0"/>
              </a:rPr>
              <a:t>CONTEXTE DU PROJET</a:t>
            </a:r>
          </a:p>
        </p:txBody>
      </p:sp>
      <p:grpSp>
        <p:nvGrpSpPr>
          <p:cNvPr id="125" name="Group 124">
            <a:extLst>
              <a:ext uri="{FF2B5EF4-FFF2-40B4-BE49-F238E27FC236}">
                <a16:creationId xmlns:a16="http://schemas.microsoft.com/office/drawing/2014/main" id="{BBCEB9A9-F4B9-48BF-9DDC-52C4CFED23FF}"/>
              </a:ext>
            </a:extLst>
          </p:cNvPr>
          <p:cNvGrpSpPr/>
          <p:nvPr/>
        </p:nvGrpSpPr>
        <p:grpSpPr>
          <a:xfrm>
            <a:off x="3632629" y="1751267"/>
            <a:ext cx="2080124" cy="1455265"/>
            <a:chOff x="6381342" y="2209800"/>
            <a:chExt cx="1805441" cy="1866900"/>
          </a:xfrm>
        </p:grpSpPr>
        <p:sp>
          <p:nvSpPr>
            <p:cNvPr id="126" name="Rectangle: Top Corners Rounded 125">
              <a:extLst>
                <a:ext uri="{FF2B5EF4-FFF2-40B4-BE49-F238E27FC236}">
                  <a16:creationId xmlns:a16="http://schemas.microsoft.com/office/drawing/2014/main" id="{2202E387-C6DC-4997-99E9-FDDB48CCA313}"/>
                </a:ext>
              </a:extLst>
            </p:cNvPr>
            <p:cNvSpPr/>
            <p:nvPr/>
          </p:nvSpPr>
          <p:spPr>
            <a:xfrm>
              <a:off x="6488272" y="2209800"/>
              <a:ext cx="1591582" cy="1866900"/>
            </a:xfrm>
            <a:prstGeom prst="round2SameRect">
              <a:avLst>
                <a:gd name="adj1" fmla="val 12063"/>
                <a:gd name="adj2" fmla="val 0"/>
              </a:avLst>
            </a:prstGeom>
            <a:solidFill>
              <a:srgbClr val="EF46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7" name="TextBox 126">
              <a:extLst>
                <a:ext uri="{FF2B5EF4-FFF2-40B4-BE49-F238E27FC236}">
                  <a16:creationId xmlns:a16="http://schemas.microsoft.com/office/drawing/2014/main" id="{A25947D5-2D04-41E6-A21E-B4FBB777713E}"/>
                </a:ext>
              </a:extLst>
            </p:cNvPr>
            <p:cNvSpPr txBox="1"/>
            <p:nvPr/>
          </p:nvSpPr>
          <p:spPr>
            <a:xfrm>
              <a:off x="6381342" y="2481942"/>
              <a:ext cx="1805441" cy="654026"/>
            </a:xfrm>
            <a:prstGeom prst="rect">
              <a:avLst/>
            </a:prstGeom>
            <a:noFill/>
          </p:spPr>
          <p:txBody>
            <a:bodyPr wrap="square" rtlCol="0">
              <a:spAutoFit/>
            </a:bodyPr>
            <a:lstStyle/>
            <a:p>
              <a:pPr algn="ctr"/>
              <a:r>
                <a:rPr lang="en-US" sz="2800" b="1" dirty="0">
                  <a:solidFill>
                    <a:srgbClr val="E6E7E9"/>
                  </a:solidFill>
                  <a:latin typeface="Tw Cen MT" panose="020B0602020104020603" pitchFamily="34" charset="0"/>
                </a:rPr>
                <a:t>IOT</a:t>
              </a:r>
            </a:p>
          </p:txBody>
        </p:sp>
      </p:grpSp>
      <p:grpSp>
        <p:nvGrpSpPr>
          <p:cNvPr id="133" name="Group 132">
            <a:extLst>
              <a:ext uri="{FF2B5EF4-FFF2-40B4-BE49-F238E27FC236}">
                <a16:creationId xmlns:a16="http://schemas.microsoft.com/office/drawing/2014/main" id="{811DC71D-3902-4F02-9AB6-402929F0B896}"/>
              </a:ext>
            </a:extLst>
          </p:cNvPr>
          <p:cNvGrpSpPr/>
          <p:nvPr/>
        </p:nvGrpSpPr>
        <p:grpSpPr>
          <a:xfrm>
            <a:off x="723671" y="1771934"/>
            <a:ext cx="2136314" cy="1493518"/>
            <a:chOff x="1398813" y="2209800"/>
            <a:chExt cx="1805441" cy="1866900"/>
          </a:xfrm>
        </p:grpSpPr>
        <p:sp>
          <p:nvSpPr>
            <p:cNvPr id="134" name="Rectangle: Top Corners Rounded 133">
              <a:extLst>
                <a:ext uri="{FF2B5EF4-FFF2-40B4-BE49-F238E27FC236}">
                  <a16:creationId xmlns:a16="http://schemas.microsoft.com/office/drawing/2014/main" id="{C34FC41B-9497-44C3-8EE0-7439CDF81064}"/>
                </a:ext>
              </a:extLst>
            </p:cNvPr>
            <p:cNvSpPr/>
            <p:nvPr/>
          </p:nvSpPr>
          <p:spPr>
            <a:xfrm>
              <a:off x="1519978" y="2209800"/>
              <a:ext cx="1591582" cy="1866900"/>
            </a:xfrm>
            <a:prstGeom prst="round2SameRect">
              <a:avLst>
                <a:gd name="adj1" fmla="val 12063"/>
                <a:gd name="adj2" fmla="val 0"/>
              </a:avLst>
            </a:prstGeom>
            <a:solidFill>
              <a:srgbClr val="0F4C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TextBox 134">
              <a:extLst>
                <a:ext uri="{FF2B5EF4-FFF2-40B4-BE49-F238E27FC236}">
                  <a16:creationId xmlns:a16="http://schemas.microsoft.com/office/drawing/2014/main" id="{E2B5FA6C-020A-4D41-9066-CD095843339F}"/>
                </a:ext>
              </a:extLst>
            </p:cNvPr>
            <p:cNvSpPr txBox="1"/>
            <p:nvPr/>
          </p:nvSpPr>
          <p:spPr>
            <a:xfrm>
              <a:off x="1398813" y="2364616"/>
              <a:ext cx="1805441" cy="807915"/>
            </a:xfrm>
            <a:prstGeom prst="rect">
              <a:avLst/>
            </a:prstGeom>
            <a:noFill/>
          </p:spPr>
          <p:txBody>
            <a:bodyPr wrap="square" rtlCol="0">
              <a:spAutoFit/>
            </a:bodyPr>
            <a:lstStyle/>
            <a:p>
              <a:pPr algn="ctr"/>
              <a:r>
                <a:rPr lang="en-US" sz="3600" b="1" dirty="0">
                  <a:solidFill>
                    <a:srgbClr val="E6E7E9"/>
                  </a:solidFill>
                  <a:latin typeface="Tw Cen MT" panose="020B0602020104020603" pitchFamily="34" charset="0"/>
                </a:rPr>
                <a:t>IA</a:t>
              </a:r>
            </a:p>
          </p:txBody>
        </p:sp>
      </p:grpSp>
      <p:sp>
        <p:nvSpPr>
          <p:cNvPr id="137" name="Freeform: Shape 136">
            <a:extLst>
              <a:ext uri="{FF2B5EF4-FFF2-40B4-BE49-F238E27FC236}">
                <a16:creationId xmlns:a16="http://schemas.microsoft.com/office/drawing/2014/main" id="{3AB08440-6EEC-4DAD-8612-F1884F9AD0CB}"/>
              </a:ext>
            </a:extLst>
          </p:cNvPr>
          <p:cNvSpPr/>
          <p:nvPr/>
        </p:nvSpPr>
        <p:spPr>
          <a:xfrm flipV="1">
            <a:off x="847256" y="2627712"/>
            <a:ext cx="1936707" cy="1916807"/>
          </a:xfrm>
          <a:custGeom>
            <a:avLst/>
            <a:gdLst>
              <a:gd name="connsiteX0" fmla="*/ 0 w 1591582"/>
              <a:gd name="connsiteY0" fmla="*/ 3031986 h 3031986"/>
              <a:gd name="connsiteX1" fmla="*/ 357641 w 1591582"/>
              <a:gd name="connsiteY1" fmla="*/ 3031986 h 3031986"/>
              <a:gd name="connsiteX2" fmla="*/ 795791 w 1591582"/>
              <a:gd name="connsiteY2" fmla="*/ 2593836 h 3031986"/>
              <a:gd name="connsiteX3" fmla="*/ 1233941 w 1591582"/>
              <a:gd name="connsiteY3" fmla="*/ 3031986 h 3031986"/>
              <a:gd name="connsiteX4" fmla="*/ 1591582 w 1591582"/>
              <a:gd name="connsiteY4" fmla="*/ 3031986 h 3031986"/>
              <a:gd name="connsiteX5" fmla="*/ 1591582 w 1591582"/>
              <a:gd name="connsiteY5" fmla="*/ 314242 h 3031986"/>
              <a:gd name="connsiteX6" fmla="*/ 1277340 w 1591582"/>
              <a:gd name="connsiteY6" fmla="*/ 0 h 3031986"/>
              <a:gd name="connsiteX7" fmla="*/ 314242 w 1591582"/>
              <a:gd name="connsiteY7" fmla="*/ 0 h 3031986"/>
              <a:gd name="connsiteX8" fmla="*/ 0 w 1591582"/>
              <a:gd name="connsiteY8" fmla="*/ 314242 h 3031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1582" h="3031986">
                <a:moveTo>
                  <a:pt x="0" y="3031986"/>
                </a:moveTo>
                <a:lnTo>
                  <a:pt x="357641" y="3031986"/>
                </a:lnTo>
                <a:cubicBezTo>
                  <a:pt x="357641" y="2790002"/>
                  <a:pt x="553807" y="2593836"/>
                  <a:pt x="795791" y="2593836"/>
                </a:cubicBezTo>
                <a:cubicBezTo>
                  <a:pt x="1037775" y="2593836"/>
                  <a:pt x="1233941" y="2790002"/>
                  <a:pt x="1233941" y="3031986"/>
                </a:cubicBezTo>
                <a:lnTo>
                  <a:pt x="1591582" y="3031986"/>
                </a:lnTo>
                <a:lnTo>
                  <a:pt x="1591582" y="314242"/>
                </a:lnTo>
                <a:cubicBezTo>
                  <a:pt x="1591582" y="140691"/>
                  <a:pt x="1450891" y="0"/>
                  <a:pt x="1277340" y="0"/>
                </a:cubicBezTo>
                <a:lnTo>
                  <a:pt x="314242" y="0"/>
                </a:lnTo>
                <a:cubicBezTo>
                  <a:pt x="140691" y="0"/>
                  <a:pt x="0" y="140691"/>
                  <a:pt x="0" y="314242"/>
                </a:cubicBezTo>
                <a:close/>
              </a:path>
            </a:pathLst>
          </a:custGeom>
          <a:solidFill>
            <a:schemeClr val="tx1"/>
          </a:solidFill>
          <a:ln>
            <a:noFill/>
          </a:ln>
          <a:effectLst>
            <a:outerShdw blurRad="127000" sx="107000" sy="107000" algn="ctr"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Freeform: Shape 138">
            <a:extLst>
              <a:ext uri="{FF2B5EF4-FFF2-40B4-BE49-F238E27FC236}">
                <a16:creationId xmlns:a16="http://schemas.microsoft.com/office/drawing/2014/main" id="{3E501CD9-AFD8-4884-88EE-35984075F822}"/>
              </a:ext>
            </a:extLst>
          </p:cNvPr>
          <p:cNvSpPr/>
          <p:nvPr/>
        </p:nvSpPr>
        <p:spPr>
          <a:xfrm flipV="1">
            <a:off x="3751459" y="2675549"/>
            <a:ext cx="1838097" cy="1867713"/>
          </a:xfrm>
          <a:custGeom>
            <a:avLst/>
            <a:gdLst>
              <a:gd name="connsiteX0" fmla="*/ 0 w 1591582"/>
              <a:gd name="connsiteY0" fmla="*/ 3031986 h 3031986"/>
              <a:gd name="connsiteX1" fmla="*/ 357641 w 1591582"/>
              <a:gd name="connsiteY1" fmla="*/ 3031986 h 3031986"/>
              <a:gd name="connsiteX2" fmla="*/ 795791 w 1591582"/>
              <a:gd name="connsiteY2" fmla="*/ 2593836 h 3031986"/>
              <a:gd name="connsiteX3" fmla="*/ 1233941 w 1591582"/>
              <a:gd name="connsiteY3" fmla="*/ 3031986 h 3031986"/>
              <a:gd name="connsiteX4" fmla="*/ 1591582 w 1591582"/>
              <a:gd name="connsiteY4" fmla="*/ 3031986 h 3031986"/>
              <a:gd name="connsiteX5" fmla="*/ 1591582 w 1591582"/>
              <a:gd name="connsiteY5" fmla="*/ 314242 h 3031986"/>
              <a:gd name="connsiteX6" fmla="*/ 1277340 w 1591582"/>
              <a:gd name="connsiteY6" fmla="*/ 0 h 3031986"/>
              <a:gd name="connsiteX7" fmla="*/ 314242 w 1591582"/>
              <a:gd name="connsiteY7" fmla="*/ 0 h 3031986"/>
              <a:gd name="connsiteX8" fmla="*/ 0 w 1591582"/>
              <a:gd name="connsiteY8" fmla="*/ 314242 h 3031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1582" h="3031986">
                <a:moveTo>
                  <a:pt x="0" y="3031986"/>
                </a:moveTo>
                <a:lnTo>
                  <a:pt x="357641" y="3031986"/>
                </a:lnTo>
                <a:cubicBezTo>
                  <a:pt x="357641" y="2790002"/>
                  <a:pt x="553807" y="2593836"/>
                  <a:pt x="795791" y="2593836"/>
                </a:cubicBezTo>
                <a:cubicBezTo>
                  <a:pt x="1037775" y="2593836"/>
                  <a:pt x="1233941" y="2790002"/>
                  <a:pt x="1233941" y="3031986"/>
                </a:cubicBezTo>
                <a:lnTo>
                  <a:pt x="1591582" y="3031986"/>
                </a:lnTo>
                <a:lnTo>
                  <a:pt x="1591582" y="314242"/>
                </a:lnTo>
                <a:cubicBezTo>
                  <a:pt x="1591582" y="140691"/>
                  <a:pt x="1450891" y="0"/>
                  <a:pt x="1277340" y="0"/>
                </a:cubicBezTo>
                <a:lnTo>
                  <a:pt x="314242" y="0"/>
                </a:lnTo>
                <a:cubicBezTo>
                  <a:pt x="140691" y="0"/>
                  <a:pt x="0" y="140691"/>
                  <a:pt x="0" y="314242"/>
                </a:cubicBezTo>
                <a:close/>
              </a:path>
            </a:pathLst>
          </a:custGeom>
          <a:solidFill>
            <a:schemeClr val="tx1"/>
          </a:solidFill>
          <a:ln>
            <a:noFill/>
          </a:ln>
          <a:effectLst>
            <a:outerShdw blurRad="127000" sx="107000" sy="107000" algn="ctr"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Rectangle: Top Corners Rounded 156">
            <a:extLst>
              <a:ext uri="{FF2B5EF4-FFF2-40B4-BE49-F238E27FC236}">
                <a16:creationId xmlns:a16="http://schemas.microsoft.com/office/drawing/2014/main" id="{5F2391BA-B0E3-4F62-95BB-064464B0DF31}"/>
              </a:ext>
            </a:extLst>
          </p:cNvPr>
          <p:cNvSpPr/>
          <p:nvPr/>
        </p:nvSpPr>
        <p:spPr>
          <a:xfrm>
            <a:off x="6548655" y="1751267"/>
            <a:ext cx="1742135" cy="1464500"/>
          </a:xfrm>
          <a:prstGeom prst="round2SameRect">
            <a:avLst>
              <a:gd name="adj1" fmla="val 12063"/>
              <a:gd name="adj2" fmla="val 0"/>
            </a:avLst>
          </a:prstGeom>
          <a:solidFill>
            <a:srgbClr val="52CB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0" name="Freeform: Shape 159">
            <a:extLst>
              <a:ext uri="{FF2B5EF4-FFF2-40B4-BE49-F238E27FC236}">
                <a16:creationId xmlns:a16="http://schemas.microsoft.com/office/drawing/2014/main" id="{1B45991B-6AA4-44F9-B0DB-C98D16388DE0}"/>
              </a:ext>
            </a:extLst>
          </p:cNvPr>
          <p:cNvSpPr/>
          <p:nvPr/>
        </p:nvSpPr>
        <p:spPr>
          <a:xfrm flipV="1">
            <a:off x="6552249" y="2656139"/>
            <a:ext cx="1787967" cy="1867714"/>
          </a:xfrm>
          <a:custGeom>
            <a:avLst/>
            <a:gdLst>
              <a:gd name="connsiteX0" fmla="*/ 0 w 1591582"/>
              <a:gd name="connsiteY0" fmla="*/ 3031986 h 3031986"/>
              <a:gd name="connsiteX1" fmla="*/ 357641 w 1591582"/>
              <a:gd name="connsiteY1" fmla="*/ 3031986 h 3031986"/>
              <a:gd name="connsiteX2" fmla="*/ 795791 w 1591582"/>
              <a:gd name="connsiteY2" fmla="*/ 2593836 h 3031986"/>
              <a:gd name="connsiteX3" fmla="*/ 1233941 w 1591582"/>
              <a:gd name="connsiteY3" fmla="*/ 3031986 h 3031986"/>
              <a:gd name="connsiteX4" fmla="*/ 1591582 w 1591582"/>
              <a:gd name="connsiteY4" fmla="*/ 3031986 h 3031986"/>
              <a:gd name="connsiteX5" fmla="*/ 1591582 w 1591582"/>
              <a:gd name="connsiteY5" fmla="*/ 314242 h 3031986"/>
              <a:gd name="connsiteX6" fmla="*/ 1277340 w 1591582"/>
              <a:gd name="connsiteY6" fmla="*/ 0 h 3031986"/>
              <a:gd name="connsiteX7" fmla="*/ 314242 w 1591582"/>
              <a:gd name="connsiteY7" fmla="*/ 0 h 3031986"/>
              <a:gd name="connsiteX8" fmla="*/ 0 w 1591582"/>
              <a:gd name="connsiteY8" fmla="*/ 314242 h 3031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1582" h="3031986">
                <a:moveTo>
                  <a:pt x="0" y="3031986"/>
                </a:moveTo>
                <a:lnTo>
                  <a:pt x="357641" y="3031986"/>
                </a:lnTo>
                <a:cubicBezTo>
                  <a:pt x="357641" y="2790002"/>
                  <a:pt x="553807" y="2593836"/>
                  <a:pt x="795791" y="2593836"/>
                </a:cubicBezTo>
                <a:cubicBezTo>
                  <a:pt x="1037775" y="2593836"/>
                  <a:pt x="1233941" y="2790002"/>
                  <a:pt x="1233941" y="3031986"/>
                </a:cubicBezTo>
                <a:lnTo>
                  <a:pt x="1591582" y="3031986"/>
                </a:lnTo>
                <a:lnTo>
                  <a:pt x="1591582" y="314242"/>
                </a:lnTo>
                <a:cubicBezTo>
                  <a:pt x="1591582" y="140691"/>
                  <a:pt x="1450891" y="0"/>
                  <a:pt x="1277340" y="0"/>
                </a:cubicBezTo>
                <a:lnTo>
                  <a:pt x="314242" y="0"/>
                </a:lnTo>
                <a:cubicBezTo>
                  <a:pt x="140691" y="0"/>
                  <a:pt x="0" y="140691"/>
                  <a:pt x="0" y="314242"/>
                </a:cubicBezTo>
                <a:close/>
              </a:path>
            </a:pathLst>
          </a:custGeom>
          <a:solidFill>
            <a:schemeClr val="tx1"/>
          </a:solidFill>
          <a:ln>
            <a:noFill/>
          </a:ln>
          <a:effectLst>
            <a:outerShdw blurRad="127000" sx="107000" sy="107000" algn="ctr"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L-Shape 186">
            <a:extLst>
              <a:ext uri="{FF2B5EF4-FFF2-40B4-BE49-F238E27FC236}">
                <a16:creationId xmlns:a16="http://schemas.microsoft.com/office/drawing/2014/main" id="{D44BFBD7-6FEF-4FBC-8BE5-2ADBA836A61B}"/>
              </a:ext>
            </a:extLst>
          </p:cNvPr>
          <p:cNvSpPr/>
          <p:nvPr/>
        </p:nvSpPr>
        <p:spPr>
          <a:xfrm rot="10800000">
            <a:off x="8509883" y="1560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AA9B"/>
              </a:solidFill>
            </a:endParaRPr>
          </a:p>
        </p:txBody>
      </p:sp>
      <p:sp>
        <p:nvSpPr>
          <p:cNvPr id="188" name="Rectangle 187">
            <a:extLst>
              <a:ext uri="{FF2B5EF4-FFF2-40B4-BE49-F238E27FC236}">
                <a16:creationId xmlns:a16="http://schemas.microsoft.com/office/drawing/2014/main" id="{FD399875-9C53-45CE-BBF0-6709C34BC21E}"/>
              </a:ext>
            </a:extLst>
          </p:cNvPr>
          <p:cNvSpPr/>
          <p:nvPr/>
        </p:nvSpPr>
        <p:spPr>
          <a:xfrm>
            <a:off x="8772538" y="4749282"/>
            <a:ext cx="371462" cy="378619"/>
          </a:xfrm>
          <a:prstGeom prst="rect">
            <a:avLst/>
          </a:prstGeom>
          <a:solidFill>
            <a:srgbClr val="EF4641"/>
          </a:solidFill>
          <a:ln>
            <a:solidFill>
              <a:srgbClr val="EF46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Rectangle 188">
            <a:extLst>
              <a:ext uri="{FF2B5EF4-FFF2-40B4-BE49-F238E27FC236}">
                <a16:creationId xmlns:a16="http://schemas.microsoft.com/office/drawing/2014/main" id="{3DD5E5F2-892C-4AF8-9F93-93E249BDD821}"/>
              </a:ext>
            </a:extLst>
          </p:cNvPr>
          <p:cNvSpPr/>
          <p:nvPr/>
        </p:nvSpPr>
        <p:spPr>
          <a:xfrm>
            <a:off x="0" y="4780121"/>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AA9B"/>
              </a:solidFill>
            </a:endParaRPr>
          </a:p>
        </p:txBody>
      </p:sp>
      <p:sp>
        <p:nvSpPr>
          <p:cNvPr id="191" name="L-Shape 190">
            <a:extLst>
              <a:ext uri="{FF2B5EF4-FFF2-40B4-BE49-F238E27FC236}">
                <a16:creationId xmlns:a16="http://schemas.microsoft.com/office/drawing/2014/main" id="{68F62B54-E28F-477D-85B9-2B56744BC423}"/>
              </a:ext>
            </a:extLst>
          </p:cNvPr>
          <p:cNvSpPr/>
          <p:nvPr/>
        </p:nvSpPr>
        <p:spPr>
          <a:xfrm rot="10800000">
            <a:off x="8509883" y="444235"/>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ZoneTexte 40">
            <a:extLst>
              <a:ext uri="{FF2B5EF4-FFF2-40B4-BE49-F238E27FC236}">
                <a16:creationId xmlns:a16="http://schemas.microsoft.com/office/drawing/2014/main" id="{86CCBD5C-BA6B-64B5-E832-0C77D1A04DB1}"/>
              </a:ext>
            </a:extLst>
          </p:cNvPr>
          <p:cNvSpPr txBox="1"/>
          <p:nvPr/>
        </p:nvSpPr>
        <p:spPr>
          <a:xfrm>
            <a:off x="6833742" y="1990195"/>
            <a:ext cx="1171959" cy="507831"/>
          </a:xfrm>
          <a:prstGeom prst="rect">
            <a:avLst/>
          </a:prstGeom>
          <a:noFill/>
        </p:spPr>
        <p:txBody>
          <a:bodyPr wrap="square">
            <a:spAutoFit/>
          </a:bodyPr>
          <a:lstStyle/>
          <a:p>
            <a:r>
              <a:rPr lang="en-US" sz="2700" b="1" dirty="0" err="1">
                <a:solidFill>
                  <a:srgbClr val="E6E7E9"/>
                </a:solidFill>
                <a:latin typeface="Tw Cen MT" panose="020B0602020104020603" pitchFamily="34" charset="0"/>
              </a:rPr>
              <a:t>DAaaS</a:t>
            </a:r>
            <a:endParaRPr lang="fr-FR" sz="2700" dirty="0"/>
          </a:p>
        </p:txBody>
      </p:sp>
      <p:sp>
        <p:nvSpPr>
          <p:cNvPr id="28" name="TextBox 23">
            <a:extLst>
              <a:ext uri="{FF2B5EF4-FFF2-40B4-BE49-F238E27FC236}">
                <a16:creationId xmlns:a16="http://schemas.microsoft.com/office/drawing/2014/main" id="{70E57B40-B79D-B34C-29E3-296D59393383}"/>
              </a:ext>
            </a:extLst>
          </p:cNvPr>
          <p:cNvSpPr txBox="1"/>
          <p:nvPr/>
        </p:nvSpPr>
        <p:spPr>
          <a:xfrm>
            <a:off x="-2650184" y="4837761"/>
            <a:ext cx="3373855" cy="261610"/>
          </a:xfrm>
          <a:prstGeom prst="rect">
            <a:avLst/>
          </a:prstGeom>
          <a:noFill/>
        </p:spPr>
        <p:txBody>
          <a:bodyPr wrap="square">
            <a:spAutoFit/>
          </a:bodyPr>
          <a:lstStyle/>
          <a:p>
            <a:pPr algn="r" rtl="0">
              <a:spcBef>
                <a:spcPts val="0"/>
              </a:spcBef>
              <a:spcAft>
                <a:spcPts val="0"/>
              </a:spcAft>
            </a:pPr>
            <a:r>
              <a:rPr lang="fr-FR" sz="900" dirty="0">
                <a:solidFill>
                  <a:srgbClr val="464646"/>
                </a:solidFill>
                <a:latin typeface="Calibri" panose="020F0502020204030204" pitchFamily="34" charset="0"/>
              </a:rPr>
              <a:t>4</a:t>
            </a:r>
            <a:r>
              <a:rPr lang="fr-FR" sz="1100" b="1" dirty="0">
                <a:solidFill>
                  <a:srgbClr val="0F4C81"/>
                </a:solidFill>
              </a:rPr>
              <a:t> |</a:t>
            </a:r>
            <a:endParaRPr lang="en-US" sz="900" dirty="0"/>
          </a:p>
        </p:txBody>
      </p:sp>
      <p:pic>
        <p:nvPicPr>
          <p:cNvPr id="2" name="Picture 1" descr="A picture containing font, logo, graphics, symbol&#10;&#10;Description automatically generated">
            <a:extLst>
              <a:ext uri="{FF2B5EF4-FFF2-40B4-BE49-F238E27FC236}">
                <a16:creationId xmlns:a16="http://schemas.microsoft.com/office/drawing/2014/main" id="{A5754494-624F-97F2-EF0B-E0C7F2548183}"/>
              </a:ext>
            </a:extLst>
          </p:cNvPr>
          <p:cNvPicPr>
            <a:picLocks noChangeAspect="1"/>
          </p:cNvPicPr>
          <p:nvPr/>
        </p:nvPicPr>
        <p:blipFill>
          <a:blip r:embed="rId3"/>
          <a:stretch>
            <a:fillRect/>
          </a:stretch>
        </p:blipFill>
        <p:spPr>
          <a:xfrm>
            <a:off x="3476088" y="732385"/>
            <a:ext cx="2191824" cy="761751"/>
          </a:xfrm>
          <a:prstGeom prst="rect">
            <a:avLst/>
          </a:prstGeom>
        </p:spPr>
      </p:pic>
      <p:pic>
        <p:nvPicPr>
          <p:cNvPr id="10" name="Picture 9" descr="A picture containing graphics, font, symbol, logo&#10;&#10;Description automatically generated">
            <a:extLst>
              <a:ext uri="{FF2B5EF4-FFF2-40B4-BE49-F238E27FC236}">
                <a16:creationId xmlns:a16="http://schemas.microsoft.com/office/drawing/2014/main" id="{407365FF-A03B-F5C4-34C8-3849ECD3F884}"/>
              </a:ext>
            </a:extLst>
          </p:cNvPr>
          <p:cNvPicPr>
            <a:picLocks noChangeAspect="1"/>
          </p:cNvPicPr>
          <p:nvPr/>
        </p:nvPicPr>
        <p:blipFill>
          <a:blip r:embed="rId4"/>
          <a:stretch>
            <a:fillRect/>
          </a:stretch>
        </p:blipFill>
        <p:spPr>
          <a:xfrm>
            <a:off x="3939620" y="2881106"/>
            <a:ext cx="1419657" cy="1456600"/>
          </a:xfrm>
          <a:prstGeom prst="rect">
            <a:avLst/>
          </a:prstGeom>
        </p:spPr>
      </p:pic>
      <p:pic>
        <p:nvPicPr>
          <p:cNvPr id="12" name="Picture 11" descr="A picture containing black, darkness&#10;&#10;Description automatically generated">
            <a:extLst>
              <a:ext uri="{FF2B5EF4-FFF2-40B4-BE49-F238E27FC236}">
                <a16:creationId xmlns:a16="http://schemas.microsoft.com/office/drawing/2014/main" id="{FEC44DC2-A2B0-63BC-F0B2-77731BCBF72A}"/>
              </a:ext>
            </a:extLst>
          </p:cNvPr>
          <p:cNvPicPr>
            <a:picLocks noChangeAspect="1"/>
          </p:cNvPicPr>
          <p:nvPr/>
        </p:nvPicPr>
        <p:blipFill>
          <a:blip r:embed="rId5"/>
          <a:stretch>
            <a:fillRect/>
          </a:stretch>
        </p:blipFill>
        <p:spPr>
          <a:xfrm>
            <a:off x="1124369" y="2922834"/>
            <a:ext cx="1269442" cy="1269442"/>
          </a:xfrm>
          <a:prstGeom prst="rect">
            <a:avLst/>
          </a:prstGeom>
        </p:spPr>
      </p:pic>
      <p:pic>
        <p:nvPicPr>
          <p:cNvPr id="14" name="Picture 13" descr="A computer with a magnifying glass&#10;&#10;Description automatically generated with medium confidence">
            <a:extLst>
              <a:ext uri="{FF2B5EF4-FFF2-40B4-BE49-F238E27FC236}">
                <a16:creationId xmlns:a16="http://schemas.microsoft.com/office/drawing/2014/main" id="{EF493A5A-3499-C6BA-37F9-D369AE0545C7}"/>
              </a:ext>
            </a:extLst>
          </p:cNvPr>
          <p:cNvPicPr>
            <a:picLocks noChangeAspect="1"/>
          </p:cNvPicPr>
          <p:nvPr/>
        </p:nvPicPr>
        <p:blipFill>
          <a:blip r:embed="rId6"/>
          <a:stretch>
            <a:fillRect/>
          </a:stretch>
        </p:blipFill>
        <p:spPr>
          <a:xfrm>
            <a:off x="6716327" y="2965971"/>
            <a:ext cx="1494800" cy="1494800"/>
          </a:xfrm>
          <a:prstGeom prst="rect">
            <a:avLst/>
          </a:prstGeom>
        </p:spPr>
      </p:pic>
      <p:sp>
        <p:nvSpPr>
          <p:cNvPr id="3" name="L-Shape 2">
            <a:extLst>
              <a:ext uri="{FF2B5EF4-FFF2-40B4-BE49-F238E27FC236}">
                <a16:creationId xmlns:a16="http://schemas.microsoft.com/office/drawing/2014/main" id="{6E1E3A24-9448-1C50-6B26-A90400101E8C}"/>
              </a:ext>
            </a:extLst>
          </p:cNvPr>
          <p:cNvSpPr/>
          <p:nvPr/>
        </p:nvSpPr>
        <p:spPr>
          <a:xfrm rot="5400000">
            <a:off x="5067" y="-5068"/>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L-Shape 10">
            <a:extLst>
              <a:ext uri="{FF2B5EF4-FFF2-40B4-BE49-F238E27FC236}">
                <a16:creationId xmlns:a16="http://schemas.microsoft.com/office/drawing/2014/main" id="{F6E7B036-ABB5-57FD-3583-439D8B7FD809}"/>
              </a:ext>
            </a:extLst>
          </p:cNvPr>
          <p:cNvSpPr/>
          <p:nvPr/>
        </p:nvSpPr>
        <p:spPr>
          <a:xfrm rot="5400000">
            <a:off x="454977" y="443616"/>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9751555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5"/>
                                        </p:tgtEl>
                                        <p:attrNameLst>
                                          <p:attrName>style.visibility</p:attrName>
                                        </p:attrNameLst>
                                      </p:cBhvr>
                                      <p:to>
                                        <p:strVal val="visible"/>
                                      </p:to>
                                    </p:set>
                                    <p:anim calcmode="lin" valueType="num">
                                      <p:cBhvr additive="base">
                                        <p:cTn id="13" dur="500" fill="hold"/>
                                        <p:tgtEl>
                                          <p:spTgt spid="125"/>
                                        </p:tgtEl>
                                        <p:attrNameLst>
                                          <p:attrName>ppt_x</p:attrName>
                                        </p:attrNameLst>
                                      </p:cBhvr>
                                      <p:tavLst>
                                        <p:tav tm="0">
                                          <p:val>
                                            <p:strVal val="#ppt_x"/>
                                          </p:val>
                                        </p:tav>
                                        <p:tav tm="100000">
                                          <p:val>
                                            <p:strVal val="#ppt_x"/>
                                          </p:val>
                                        </p:tav>
                                      </p:tavLst>
                                    </p:anim>
                                    <p:anim calcmode="lin" valueType="num">
                                      <p:cBhvr additive="base">
                                        <p:cTn id="14" dur="500" fill="hold"/>
                                        <p:tgtEl>
                                          <p:spTgt spid="125"/>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33"/>
                                        </p:tgtEl>
                                        <p:attrNameLst>
                                          <p:attrName>style.visibility</p:attrName>
                                        </p:attrNameLst>
                                      </p:cBhvr>
                                      <p:to>
                                        <p:strVal val="visible"/>
                                      </p:to>
                                    </p:set>
                                    <p:anim calcmode="lin" valueType="num">
                                      <p:cBhvr additive="base">
                                        <p:cTn id="17" dur="500" fill="hold"/>
                                        <p:tgtEl>
                                          <p:spTgt spid="133"/>
                                        </p:tgtEl>
                                        <p:attrNameLst>
                                          <p:attrName>ppt_x</p:attrName>
                                        </p:attrNameLst>
                                      </p:cBhvr>
                                      <p:tavLst>
                                        <p:tav tm="0">
                                          <p:val>
                                            <p:strVal val="#ppt_x"/>
                                          </p:val>
                                        </p:tav>
                                        <p:tav tm="100000">
                                          <p:val>
                                            <p:strVal val="#ppt_x"/>
                                          </p:val>
                                        </p:tav>
                                      </p:tavLst>
                                    </p:anim>
                                    <p:anim calcmode="lin" valueType="num">
                                      <p:cBhvr additive="base">
                                        <p:cTn id="18" dur="500" fill="hold"/>
                                        <p:tgtEl>
                                          <p:spTgt spid="133"/>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37"/>
                                        </p:tgtEl>
                                        <p:attrNameLst>
                                          <p:attrName>style.visibility</p:attrName>
                                        </p:attrNameLst>
                                      </p:cBhvr>
                                      <p:to>
                                        <p:strVal val="visible"/>
                                      </p:to>
                                    </p:set>
                                    <p:anim calcmode="lin" valueType="num">
                                      <p:cBhvr additive="base">
                                        <p:cTn id="21" dur="500" fill="hold"/>
                                        <p:tgtEl>
                                          <p:spTgt spid="137"/>
                                        </p:tgtEl>
                                        <p:attrNameLst>
                                          <p:attrName>ppt_x</p:attrName>
                                        </p:attrNameLst>
                                      </p:cBhvr>
                                      <p:tavLst>
                                        <p:tav tm="0">
                                          <p:val>
                                            <p:strVal val="#ppt_x"/>
                                          </p:val>
                                        </p:tav>
                                        <p:tav tm="100000">
                                          <p:val>
                                            <p:strVal val="#ppt_x"/>
                                          </p:val>
                                        </p:tav>
                                      </p:tavLst>
                                    </p:anim>
                                    <p:anim calcmode="lin" valueType="num">
                                      <p:cBhvr additive="base">
                                        <p:cTn id="22" dur="500" fill="hold"/>
                                        <p:tgtEl>
                                          <p:spTgt spid="137"/>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39"/>
                                        </p:tgtEl>
                                        <p:attrNameLst>
                                          <p:attrName>style.visibility</p:attrName>
                                        </p:attrNameLst>
                                      </p:cBhvr>
                                      <p:to>
                                        <p:strVal val="visible"/>
                                      </p:to>
                                    </p:set>
                                    <p:anim calcmode="lin" valueType="num">
                                      <p:cBhvr additive="base">
                                        <p:cTn id="25" dur="500" fill="hold"/>
                                        <p:tgtEl>
                                          <p:spTgt spid="139"/>
                                        </p:tgtEl>
                                        <p:attrNameLst>
                                          <p:attrName>ppt_x</p:attrName>
                                        </p:attrNameLst>
                                      </p:cBhvr>
                                      <p:tavLst>
                                        <p:tav tm="0">
                                          <p:val>
                                            <p:strVal val="#ppt_x"/>
                                          </p:val>
                                        </p:tav>
                                        <p:tav tm="100000">
                                          <p:val>
                                            <p:strVal val="#ppt_x"/>
                                          </p:val>
                                        </p:tav>
                                      </p:tavLst>
                                    </p:anim>
                                    <p:anim calcmode="lin" valueType="num">
                                      <p:cBhvr additive="base">
                                        <p:cTn id="26" dur="500" fill="hold"/>
                                        <p:tgtEl>
                                          <p:spTgt spid="139"/>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57"/>
                                        </p:tgtEl>
                                        <p:attrNameLst>
                                          <p:attrName>style.visibility</p:attrName>
                                        </p:attrNameLst>
                                      </p:cBhvr>
                                      <p:to>
                                        <p:strVal val="visible"/>
                                      </p:to>
                                    </p:set>
                                    <p:anim calcmode="lin" valueType="num">
                                      <p:cBhvr additive="base">
                                        <p:cTn id="29" dur="500" fill="hold"/>
                                        <p:tgtEl>
                                          <p:spTgt spid="157"/>
                                        </p:tgtEl>
                                        <p:attrNameLst>
                                          <p:attrName>ppt_x</p:attrName>
                                        </p:attrNameLst>
                                      </p:cBhvr>
                                      <p:tavLst>
                                        <p:tav tm="0">
                                          <p:val>
                                            <p:strVal val="#ppt_x"/>
                                          </p:val>
                                        </p:tav>
                                        <p:tav tm="100000">
                                          <p:val>
                                            <p:strVal val="#ppt_x"/>
                                          </p:val>
                                        </p:tav>
                                      </p:tavLst>
                                    </p:anim>
                                    <p:anim calcmode="lin" valueType="num">
                                      <p:cBhvr additive="base">
                                        <p:cTn id="30" dur="500" fill="hold"/>
                                        <p:tgtEl>
                                          <p:spTgt spid="157"/>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60"/>
                                        </p:tgtEl>
                                        <p:attrNameLst>
                                          <p:attrName>style.visibility</p:attrName>
                                        </p:attrNameLst>
                                      </p:cBhvr>
                                      <p:to>
                                        <p:strVal val="visible"/>
                                      </p:to>
                                    </p:set>
                                    <p:anim calcmode="lin" valueType="num">
                                      <p:cBhvr additive="base">
                                        <p:cTn id="33" dur="500" fill="hold"/>
                                        <p:tgtEl>
                                          <p:spTgt spid="160"/>
                                        </p:tgtEl>
                                        <p:attrNameLst>
                                          <p:attrName>ppt_x</p:attrName>
                                        </p:attrNameLst>
                                      </p:cBhvr>
                                      <p:tavLst>
                                        <p:tav tm="0">
                                          <p:val>
                                            <p:strVal val="#ppt_x"/>
                                          </p:val>
                                        </p:tav>
                                        <p:tav tm="100000">
                                          <p:val>
                                            <p:strVal val="#ppt_x"/>
                                          </p:val>
                                        </p:tav>
                                      </p:tavLst>
                                    </p:anim>
                                    <p:anim calcmode="lin" valueType="num">
                                      <p:cBhvr additive="base">
                                        <p:cTn id="34" dur="500" fill="hold"/>
                                        <p:tgtEl>
                                          <p:spTgt spid="160"/>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41"/>
                                        </p:tgtEl>
                                        <p:attrNameLst>
                                          <p:attrName>style.visibility</p:attrName>
                                        </p:attrNameLst>
                                      </p:cBhvr>
                                      <p:to>
                                        <p:strVal val="visible"/>
                                      </p:to>
                                    </p:set>
                                    <p:anim calcmode="lin" valueType="num">
                                      <p:cBhvr additive="base">
                                        <p:cTn id="37" dur="500" fill="hold"/>
                                        <p:tgtEl>
                                          <p:spTgt spid="41"/>
                                        </p:tgtEl>
                                        <p:attrNameLst>
                                          <p:attrName>ppt_x</p:attrName>
                                        </p:attrNameLst>
                                      </p:cBhvr>
                                      <p:tavLst>
                                        <p:tav tm="0">
                                          <p:val>
                                            <p:strVal val="#ppt_x"/>
                                          </p:val>
                                        </p:tav>
                                        <p:tav tm="100000">
                                          <p:val>
                                            <p:strVal val="#ppt_x"/>
                                          </p:val>
                                        </p:tav>
                                      </p:tavLst>
                                    </p:anim>
                                    <p:anim calcmode="lin" valueType="num">
                                      <p:cBhvr additive="base">
                                        <p:cTn id="38" dur="500" fill="hold"/>
                                        <p:tgtEl>
                                          <p:spTgt spid="41"/>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0"/>
                                        </p:tgtEl>
                                        <p:attrNameLst>
                                          <p:attrName>style.visibility</p:attrName>
                                        </p:attrNameLst>
                                      </p:cBhvr>
                                      <p:to>
                                        <p:strVal val="visible"/>
                                      </p:to>
                                    </p:set>
                                    <p:anim calcmode="lin" valueType="num">
                                      <p:cBhvr additive="base">
                                        <p:cTn id="41" dur="500" fill="hold"/>
                                        <p:tgtEl>
                                          <p:spTgt spid="10"/>
                                        </p:tgtEl>
                                        <p:attrNameLst>
                                          <p:attrName>ppt_x</p:attrName>
                                        </p:attrNameLst>
                                      </p:cBhvr>
                                      <p:tavLst>
                                        <p:tav tm="0">
                                          <p:val>
                                            <p:strVal val="#ppt_x"/>
                                          </p:val>
                                        </p:tav>
                                        <p:tav tm="100000">
                                          <p:val>
                                            <p:strVal val="#ppt_x"/>
                                          </p:val>
                                        </p:tav>
                                      </p:tavLst>
                                    </p:anim>
                                    <p:anim calcmode="lin" valueType="num">
                                      <p:cBhvr additive="base">
                                        <p:cTn id="42" dur="500" fill="hold"/>
                                        <p:tgtEl>
                                          <p:spTgt spid="10"/>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12"/>
                                        </p:tgtEl>
                                        <p:attrNameLst>
                                          <p:attrName>style.visibility</p:attrName>
                                        </p:attrNameLst>
                                      </p:cBhvr>
                                      <p:to>
                                        <p:strVal val="visible"/>
                                      </p:to>
                                    </p:set>
                                    <p:anim calcmode="lin" valueType="num">
                                      <p:cBhvr additive="base">
                                        <p:cTn id="45" dur="500" fill="hold"/>
                                        <p:tgtEl>
                                          <p:spTgt spid="12"/>
                                        </p:tgtEl>
                                        <p:attrNameLst>
                                          <p:attrName>ppt_x</p:attrName>
                                        </p:attrNameLst>
                                      </p:cBhvr>
                                      <p:tavLst>
                                        <p:tav tm="0">
                                          <p:val>
                                            <p:strVal val="#ppt_x"/>
                                          </p:val>
                                        </p:tav>
                                        <p:tav tm="100000">
                                          <p:val>
                                            <p:strVal val="#ppt_x"/>
                                          </p:val>
                                        </p:tav>
                                      </p:tavLst>
                                    </p:anim>
                                    <p:anim calcmode="lin" valueType="num">
                                      <p:cBhvr additive="base">
                                        <p:cTn id="46" dur="500" fill="hold"/>
                                        <p:tgtEl>
                                          <p:spTgt spid="12"/>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14"/>
                                        </p:tgtEl>
                                        <p:attrNameLst>
                                          <p:attrName>style.visibility</p:attrName>
                                        </p:attrNameLst>
                                      </p:cBhvr>
                                      <p:to>
                                        <p:strVal val="visible"/>
                                      </p:to>
                                    </p:set>
                                    <p:anim calcmode="lin" valueType="num">
                                      <p:cBhvr additive="base">
                                        <p:cTn id="49" dur="500" fill="hold"/>
                                        <p:tgtEl>
                                          <p:spTgt spid="14"/>
                                        </p:tgtEl>
                                        <p:attrNameLst>
                                          <p:attrName>ppt_x</p:attrName>
                                        </p:attrNameLst>
                                      </p:cBhvr>
                                      <p:tavLst>
                                        <p:tav tm="0">
                                          <p:val>
                                            <p:strVal val="#ppt_x"/>
                                          </p:val>
                                        </p:tav>
                                        <p:tav tm="100000">
                                          <p:val>
                                            <p:strVal val="#ppt_x"/>
                                          </p:val>
                                        </p:tav>
                                      </p:tavLst>
                                    </p:anim>
                                    <p:anim calcmode="lin" valueType="num">
                                      <p:cBhvr additive="base">
                                        <p:cTn id="5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 grpId="0" animBg="1"/>
      <p:bldP spid="139" grpId="0" animBg="1"/>
      <p:bldP spid="157" grpId="0" animBg="1"/>
      <p:bldP spid="160" grpId="0" animBg="1"/>
      <p:bldP spid="41"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L-Shape 4">
            <a:extLst>
              <a:ext uri="{FF2B5EF4-FFF2-40B4-BE49-F238E27FC236}">
                <a16:creationId xmlns:a16="http://schemas.microsoft.com/office/drawing/2014/main" id="{D630744A-F3DB-45EB-951F-A2D3962600E7}"/>
              </a:ext>
            </a:extLst>
          </p:cNvPr>
          <p:cNvSpPr/>
          <p:nvPr/>
        </p:nvSpPr>
        <p:spPr>
          <a:xfrm rot="10800000">
            <a:off x="8509883" y="1560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AA9B"/>
              </a:solidFill>
            </a:endParaRPr>
          </a:p>
        </p:txBody>
      </p:sp>
      <p:sp>
        <p:nvSpPr>
          <p:cNvPr id="6" name="Rectangle 5">
            <a:extLst>
              <a:ext uri="{FF2B5EF4-FFF2-40B4-BE49-F238E27FC236}">
                <a16:creationId xmlns:a16="http://schemas.microsoft.com/office/drawing/2014/main" id="{664D0B28-467E-41E0-96A2-C7A9CEC384F6}"/>
              </a:ext>
            </a:extLst>
          </p:cNvPr>
          <p:cNvSpPr/>
          <p:nvPr/>
        </p:nvSpPr>
        <p:spPr>
          <a:xfrm>
            <a:off x="8772538" y="4749282"/>
            <a:ext cx="371462" cy="378619"/>
          </a:xfrm>
          <a:prstGeom prst="rect">
            <a:avLst/>
          </a:prstGeom>
          <a:solidFill>
            <a:srgbClr val="EF4641"/>
          </a:solidFill>
          <a:ln>
            <a:solidFill>
              <a:srgbClr val="EF46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35F740C-B5CD-46AF-AFF4-40B1EF00F294}"/>
              </a:ext>
            </a:extLst>
          </p:cNvPr>
          <p:cNvSpPr/>
          <p:nvPr/>
        </p:nvSpPr>
        <p:spPr>
          <a:xfrm>
            <a:off x="0" y="4780121"/>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AA9B"/>
              </a:solidFill>
            </a:endParaRPr>
          </a:p>
        </p:txBody>
      </p:sp>
      <p:sp>
        <p:nvSpPr>
          <p:cNvPr id="8" name="L-Shape 7">
            <a:extLst>
              <a:ext uri="{FF2B5EF4-FFF2-40B4-BE49-F238E27FC236}">
                <a16:creationId xmlns:a16="http://schemas.microsoft.com/office/drawing/2014/main" id="{33196FE2-3B73-49A9-916C-7ED723F38076}"/>
              </a:ext>
            </a:extLst>
          </p:cNvPr>
          <p:cNvSpPr/>
          <p:nvPr/>
        </p:nvSpPr>
        <p:spPr>
          <a:xfrm rot="10800000">
            <a:off x="8509883" y="444235"/>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37C71BA8-F1CA-4FE5-8742-E818950A988E}"/>
              </a:ext>
            </a:extLst>
          </p:cNvPr>
          <p:cNvSpPr txBox="1"/>
          <p:nvPr/>
        </p:nvSpPr>
        <p:spPr>
          <a:xfrm>
            <a:off x="317059" y="4866291"/>
            <a:ext cx="371462" cy="261610"/>
          </a:xfrm>
          <a:prstGeom prst="rect">
            <a:avLst/>
          </a:prstGeom>
          <a:noFill/>
        </p:spPr>
        <p:txBody>
          <a:bodyPr wrap="square">
            <a:spAutoFit/>
          </a:bodyPr>
          <a:lstStyle/>
          <a:p>
            <a:pPr algn="r"/>
            <a:r>
              <a:rPr lang="fr-FR" sz="900" b="1" dirty="0">
                <a:solidFill>
                  <a:srgbClr val="464646"/>
                </a:solidFill>
                <a:latin typeface="Calibri" panose="020F0502020204030204" pitchFamily="34" charset="0"/>
              </a:rPr>
              <a:t>5</a:t>
            </a:r>
            <a:r>
              <a:rPr lang="fr-FR" sz="1100" b="1" dirty="0">
                <a:solidFill>
                  <a:srgbClr val="0F4C81"/>
                </a:solidFill>
              </a:rPr>
              <a:t> |</a:t>
            </a:r>
            <a:endParaRPr lang="en-US" sz="900" dirty="0"/>
          </a:p>
        </p:txBody>
      </p:sp>
      <p:sp>
        <p:nvSpPr>
          <p:cNvPr id="14" name="Rectangle 13">
            <a:extLst>
              <a:ext uri="{FF2B5EF4-FFF2-40B4-BE49-F238E27FC236}">
                <a16:creationId xmlns:a16="http://schemas.microsoft.com/office/drawing/2014/main" id="{2AC1F5B3-3F5B-4A93-802C-A7E58C8B6817}"/>
              </a:ext>
            </a:extLst>
          </p:cNvPr>
          <p:cNvSpPr>
            <a:spLocks/>
          </p:cNvSpPr>
          <p:nvPr/>
        </p:nvSpPr>
        <p:spPr bwMode="auto">
          <a:xfrm>
            <a:off x="3264277" y="397940"/>
            <a:ext cx="25519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nchor="ctr">
            <a:spAutoFit/>
          </a:bodyPr>
          <a:lstStyle/>
          <a:p>
            <a:pPr algn="ctr"/>
            <a:r>
              <a:rPr lang="en-US" sz="24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rPr>
              <a:t>PROBLÉMATIQUE</a:t>
            </a:r>
            <a:endParaRPr lang="en-US" sz="20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endParaRPr>
          </a:p>
        </p:txBody>
      </p:sp>
      <p:sp>
        <p:nvSpPr>
          <p:cNvPr id="15" name="Rectangle 1">
            <a:extLst>
              <a:ext uri="{FF2B5EF4-FFF2-40B4-BE49-F238E27FC236}">
                <a16:creationId xmlns:a16="http://schemas.microsoft.com/office/drawing/2014/main" id="{8C441B84-7DC9-415D-BB65-A600E68BCEED}"/>
              </a:ext>
            </a:extLst>
          </p:cNvPr>
          <p:cNvSpPr>
            <a:spLocks/>
          </p:cNvSpPr>
          <p:nvPr/>
        </p:nvSpPr>
        <p:spPr bwMode="auto">
          <a:xfrm>
            <a:off x="2948909" y="84939"/>
            <a:ext cx="2974810"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en-US" sz="1050" spc="82" dirty="0">
                <a:solidFill>
                  <a:schemeClr val="bg1">
                    <a:lumMod val="50000"/>
                  </a:schemeClr>
                </a:solidFill>
                <a:latin typeface="Source Sans Pro" charset="0"/>
                <a:ea typeface="Source Sans Pro" charset="0"/>
                <a:cs typeface="Source Sans Pro" charset="0"/>
                <a:sym typeface="Bebas Neue" charset="0"/>
              </a:rPr>
              <a:t>CONTEXTE DU PROJET</a:t>
            </a:r>
          </a:p>
        </p:txBody>
      </p:sp>
      <p:pic>
        <p:nvPicPr>
          <p:cNvPr id="21" name="Picture 20">
            <a:extLst>
              <a:ext uri="{FF2B5EF4-FFF2-40B4-BE49-F238E27FC236}">
                <a16:creationId xmlns:a16="http://schemas.microsoft.com/office/drawing/2014/main" id="{05970F4A-39B3-4324-9C23-1AF89C1991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03785" y="-139773"/>
            <a:ext cx="779104" cy="779104"/>
          </a:xfrm>
          <a:prstGeom prst="rect">
            <a:avLst/>
          </a:prstGeom>
        </p:spPr>
      </p:pic>
      <p:grpSp>
        <p:nvGrpSpPr>
          <p:cNvPr id="22" name="Group 21">
            <a:extLst>
              <a:ext uri="{FF2B5EF4-FFF2-40B4-BE49-F238E27FC236}">
                <a16:creationId xmlns:a16="http://schemas.microsoft.com/office/drawing/2014/main" id="{F7A4B7CB-A0F5-42BC-8F28-F1BDDFC4B122}"/>
              </a:ext>
            </a:extLst>
          </p:cNvPr>
          <p:cNvGrpSpPr/>
          <p:nvPr/>
        </p:nvGrpSpPr>
        <p:grpSpPr>
          <a:xfrm>
            <a:off x="317059" y="2423080"/>
            <a:ext cx="2688730" cy="733016"/>
            <a:chOff x="3799788" y="203563"/>
            <a:chExt cx="3522133" cy="977538"/>
          </a:xfrm>
        </p:grpSpPr>
        <p:sp>
          <p:nvSpPr>
            <p:cNvPr id="32" name="Rectangle: Rounded Corners 31">
              <a:extLst>
                <a:ext uri="{FF2B5EF4-FFF2-40B4-BE49-F238E27FC236}">
                  <a16:creationId xmlns:a16="http://schemas.microsoft.com/office/drawing/2014/main" id="{A401EE7A-4976-4B76-BFA4-1979986A4FE5}"/>
                </a:ext>
              </a:extLst>
            </p:cNvPr>
            <p:cNvSpPr/>
            <p:nvPr/>
          </p:nvSpPr>
          <p:spPr>
            <a:xfrm>
              <a:off x="3799788" y="203563"/>
              <a:ext cx="3522133" cy="977538"/>
            </a:xfrm>
            <a:prstGeom prst="round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33" name="Rectangle: Rounded Corners 4">
              <a:extLst>
                <a:ext uri="{FF2B5EF4-FFF2-40B4-BE49-F238E27FC236}">
                  <a16:creationId xmlns:a16="http://schemas.microsoft.com/office/drawing/2014/main" id="{E9485F1F-BA9D-4C5A-9D7C-41078B3A2281}"/>
                </a:ext>
              </a:extLst>
            </p:cNvPr>
            <p:cNvSpPr txBox="1"/>
            <p:nvPr/>
          </p:nvSpPr>
          <p:spPr>
            <a:xfrm>
              <a:off x="3820716" y="271096"/>
              <a:ext cx="3426695" cy="88210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2390" tIns="72390" rIns="72390" bIns="72390" numCol="1" spcCol="1270" anchor="ctr" anchorCtr="0">
              <a:noAutofit/>
            </a:bodyPr>
            <a:lstStyle/>
            <a:p>
              <a:pPr marL="0" lvl="0" indent="0" algn="ctr" defTabSz="844550" rtl="0">
                <a:lnSpc>
                  <a:spcPct val="90000"/>
                </a:lnSpc>
                <a:spcBef>
                  <a:spcPct val="0"/>
                </a:spcBef>
                <a:spcAft>
                  <a:spcPct val="35000"/>
                </a:spcAft>
                <a:buNone/>
              </a:pPr>
              <a:r>
                <a:rPr lang="fr-FR" sz="1600" kern="1200" dirty="0"/>
                <a:t>Gestion des stocks</a:t>
              </a:r>
            </a:p>
          </p:txBody>
        </p:sp>
      </p:grpSp>
      <p:grpSp>
        <p:nvGrpSpPr>
          <p:cNvPr id="23" name="Group 22">
            <a:extLst>
              <a:ext uri="{FF2B5EF4-FFF2-40B4-BE49-F238E27FC236}">
                <a16:creationId xmlns:a16="http://schemas.microsoft.com/office/drawing/2014/main" id="{E178F92E-B01A-4AAD-891C-2E66F6B92120}"/>
              </a:ext>
            </a:extLst>
          </p:cNvPr>
          <p:cNvGrpSpPr/>
          <p:nvPr/>
        </p:nvGrpSpPr>
        <p:grpSpPr>
          <a:xfrm>
            <a:off x="266471" y="3566252"/>
            <a:ext cx="2705790" cy="717544"/>
            <a:chOff x="3758438" y="1983724"/>
            <a:chExt cx="3522133" cy="1063398"/>
          </a:xfrm>
        </p:grpSpPr>
        <p:sp>
          <p:nvSpPr>
            <p:cNvPr id="30" name="Rectangle: Rounded Corners 29">
              <a:extLst>
                <a:ext uri="{FF2B5EF4-FFF2-40B4-BE49-F238E27FC236}">
                  <a16:creationId xmlns:a16="http://schemas.microsoft.com/office/drawing/2014/main" id="{75EA0992-1100-491B-B546-3DE4CFDBA7BA}"/>
                </a:ext>
              </a:extLst>
            </p:cNvPr>
            <p:cNvSpPr/>
            <p:nvPr/>
          </p:nvSpPr>
          <p:spPr>
            <a:xfrm>
              <a:off x="3758438" y="1983724"/>
              <a:ext cx="3522133" cy="1063398"/>
            </a:xfrm>
            <a:prstGeom prst="round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31" name="Rectangle: Rounded Corners 6">
              <a:extLst>
                <a:ext uri="{FF2B5EF4-FFF2-40B4-BE49-F238E27FC236}">
                  <a16:creationId xmlns:a16="http://schemas.microsoft.com/office/drawing/2014/main" id="{20EDAA78-54FB-4F7D-B86F-5C96680878AA}"/>
                </a:ext>
              </a:extLst>
            </p:cNvPr>
            <p:cNvSpPr txBox="1"/>
            <p:nvPr/>
          </p:nvSpPr>
          <p:spPr>
            <a:xfrm>
              <a:off x="3788220" y="2044953"/>
              <a:ext cx="3418311" cy="959572"/>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2390" tIns="72390" rIns="72390" bIns="72390" numCol="1" spcCol="1270" anchor="ctr" anchorCtr="0">
              <a:noAutofit/>
            </a:bodyPr>
            <a:lstStyle/>
            <a:p>
              <a:pPr marL="0" lvl="0" indent="0" algn="ctr" defTabSz="844550" rtl="0">
                <a:lnSpc>
                  <a:spcPct val="90000"/>
                </a:lnSpc>
                <a:spcBef>
                  <a:spcPct val="0"/>
                </a:spcBef>
                <a:spcAft>
                  <a:spcPct val="35000"/>
                </a:spcAft>
                <a:buNone/>
              </a:pPr>
              <a:r>
                <a:rPr lang="fr-FR" sz="1600" kern="1200" dirty="0"/>
                <a:t>Gestion des employées</a:t>
              </a:r>
            </a:p>
          </p:txBody>
        </p:sp>
      </p:grpSp>
      <p:grpSp>
        <p:nvGrpSpPr>
          <p:cNvPr id="24" name="Group 23">
            <a:extLst>
              <a:ext uri="{FF2B5EF4-FFF2-40B4-BE49-F238E27FC236}">
                <a16:creationId xmlns:a16="http://schemas.microsoft.com/office/drawing/2014/main" id="{291DB214-40AD-4CFE-97AB-F1F0ED0F40BE}"/>
              </a:ext>
            </a:extLst>
          </p:cNvPr>
          <p:cNvGrpSpPr/>
          <p:nvPr/>
        </p:nvGrpSpPr>
        <p:grpSpPr>
          <a:xfrm>
            <a:off x="283531" y="1334017"/>
            <a:ext cx="2688730" cy="717544"/>
            <a:chOff x="3738652" y="2762288"/>
            <a:chExt cx="3522133" cy="910298"/>
          </a:xfrm>
        </p:grpSpPr>
        <p:sp>
          <p:nvSpPr>
            <p:cNvPr id="28" name="Rectangle: Rounded Corners 27">
              <a:extLst>
                <a:ext uri="{FF2B5EF4-FFF2-40B4-BE49-F238E27FC236}">
                  <a16:creationId xmlns:a16="http://schemas.microsoft.com/office/drawing/2014/main" id="{E7A2D9B8-BB5A-426F-916C-85BB90BF0195}"/>
                </a:ext>
              </a:extLst>
            </p:cNvPr>
            <p:cNvSpPr/>
            <p:nvPr/>
          </p:nvSpPr>
          <p:spPr>
            <a:xfrm>
              <a:off x="3738652" y="2762288"/>
              <a:ext cx="3522133" cy="910298"/>
            </a:xfrm>
            <a:prstGeom prst="round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29" name="Rectangle: Rounded Corners 8">
              <a:extLst>
                <a:ext uri="{FF2B5EF4-FFF2-40B4-BE49-F238E27FC236}">
                  <a16:creationId xmlns:a16="http://schemas.microsoft.com/office/drawing/2014/main" id="{E80CE968-4006-45BA-8732-1DFF83AB4B23}"/>
                </a:ext>
              </a:extLst>
            </p:cNvPr>
            <p:cNvSpPr txBox="1"/>
            <p:nvPr/>
          </p:nvSpPr>
          <p:spPr>
            <a:xfrm>
              <a:off x="3827526" y="2815973"/>
              <a:ext cx="3433259" cy="821424"/>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2390" tIns="72390" rIns="72390" bIns="72390" numCol="1" spcCol="1270" anchor="ctr" anchorCtr="0">
              <a:noAutofit/>
            </a:bodyPr>
            <a:lstStyle/>
            <a:p>
              <a:pPr marL="0" lvl="0" indent="0" algn="ctr" defTabSz="844550" rtl="0">
                <a:lnSpc>
                  <a:spcPct val="90000"/>
                </a:lnSpc>
                <a:spcBef>
                  <a:spcPct val="0"/>
                </a:spcBef>
                <a:spcAft>
                  <a:spcPct val="35000"/>
                </a:spcAft>
                <a:buNone/>
              </a:pPr>
              <a:r>
                <a:rPr lang="fr-FR" sz="1600" b="0" i="0" u="none" strike="noStrike" dirty="0">
                  <a:solidFill>
                    <a:srgbClr val="F3F3F3"/>
                  </a:solidFill>
                  <a:effectLst/>
                  <a:latin typeface="Arial (Body)"/>
                </a:rPr>
                <a:t>Satisfaction du client</a:t>
              </a:r>
              <a:endParaRPr lang="fr-FR" sz="1600" kern="1200" dirty="0">
                <a:latin typeface="Arial (Body)"/>
              </a:endParaRPr>
            </a:p>
          </p:txBody>
        </p:sp>
      </p:grpSp>
      <p:pic>
        <p:nvPicPr>
          <p:cNvPr id="12" name="Picture 11" descr="A picture containing cartoon&#10;&#10;Description automatically generated">
            <a:extLst>
              <a:ext uri="{FF2B5EF4-FFF2-40B4-BE49-F238E27FC236}">
                <a16:creationId xmlns:a16="http://schemas.microsoft.com/office/drawing/2014/main" id="{FA20AF7C-DEFB-76A6-169B-AED1F9B0523F}"/>
              </a:ext>
            </a:extLst>
          </p:cNvPr>
          <p:cNvPicPr>
            <a:picLocks noChangeAspect="1"/>
          </p:cNvPicPr>
          <p:nvPr/>
        </p:nvPicPr>
        <p:blipFill>
          <a:blip r:embed="rId4"/>
          <a:stretch>
            <a:fillRect/>
          </a:stretch>
        </p:blipFill>
        <p:spPr>
          <a:xfrm>
            <a:off x="3781005" y="1154545"/>
            <a:ext cx="4991533" cy="3594737"/>
          </a:xfrm>
          <a:prstGeom prst="rect">
            <a:avLst/>
          </a:prstGeom>
        </p:spPr>
      </p:pic>
      <p:sp>
        <p:nvSpPr>
          <p:cNvPr id="2" name="L-Shape 1">
            <a:extLst>
              <a:ext uri="{FF2B5EF4-FFF2-40B4-BE49-F238E27FC236}">
                <a16:creationId xmlns:a16="http://schemas.microsoft.com/office/drawing/2014/main" id="{97B58710-2F5B-C9D0-004B-466F046D6316}"/>
              </a:ext>
            </a:extLst>
          </p:cNvPr>
          <p:cNvSpPr/>
          <p:nvPr/>
        </p:nvSpPr>
        <p:spPr>
          <a:xfrm rot="5400000">
            <a:off x="5067" y="-5068"/>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Shape 2">
            <a:extLst>
              <a:ext uri="{FF2B5EF4-FFF2-40B4-BE49-F238E27FC236}">
                <a16:creationId xmlns:a16="http://schemas.microsoft.com/office/drawing/2014/main" id="{7C9EF32A-D538-2294-0EEF-60437C37911A}"/>
              </a:ext>
            </a:extLst>
          </p:cNvPr>
          <p:cNvSpPr/>
          <p:nvPr/>
        </p:nvSpPr>
        <p:spPr>
          <a:xfrm rot="5400000">
            <a:off x="454977" y="443616"/>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7836045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path" presetSubtype="0" accel="50000" decel="50000" fill="hold" nodeType="clickEffect">
                                  <p:stCondLst>
                                    <p:cond delay="0"/>
                                  </p:stCondLst>
                                  <p:childTnLst>
                                    <p:animMotion origin="layout" path="M -1.94444E-6 0.03703 L -0.11059 0.09074 C -0.1335 0.10277 -0.16788 0.10956 -0.20347 0.10956 C -0.24479 0.10956 -0.27708 0.10277 -0.30069 0.09074 L -0.40972 0.03703 " pathEditMode="relative" rAng="0" ptsTypes="AAAAA">
                                      <p:cBhvr>
                                        <p:cTn id="6" dur="2000" fill="hold"/>
                                        <p:tgtEl>
                                          <p:spTgt spid="21"/>
                                        </p:tgtEl>
                                        <p:attrNameLst>
                                          <p:attrName>ppt_x</p:attrName>
                                          <p:attrName>ppt_y</p:attrName>
                                        </p:attrNameLst>
                                      </p:cBhvr>
                                      <p:rCtr x="-20486" y="3611"/>
                                    </p:animMotion>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1000"/>
                                        <p:tgtEl>
                                          <p:spTgt spid="12"/>
                                        </p:tgtEl>
                                      </p:cBhvr>
                                    </p:animEffect>
                                    <p:anim calcmode="lin" valueType="num">
                                      <p:cBhvr>
                                        <p:cTn id="12" dur="1000" fill="hold"/>
                                        <p:tgtEl>
                                          <p:spTgt spid="12"/>
                                        </p:tgtEl>
                                        <p:attrNameLst>
                                          <p:attrName>ppt_x</p:attrName>
                                        </p:attrNameLst>
                                      </p:cBhvr>
                                      <p:tavLst>
                                        <p:tav tm="0">
                                          <p:val>
                                            <p:strVal val="#ppt_x"/>
                                          </p:val>
                                        </p:tav>
                                        <p:tav tm="100000">
                                          <p:val>
                                            <p:strVal val="#ppt_x"/>
                                          </p:val>
                                        </p:tav>
                                      </p:tavLst>
                                    </p:anim>
                                    <p:anim calcmode="lin" valueType="num">
                                      <p:cBhvr>
                                        <p:cTn id="1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24"/>
                                        </p:tgtEl>
                                        <p:attrNameLst>
                                          <p:attrName>style.visibility</p:attrName>
                                        </p:attrNameLst>
                                      </p:cBhvr>
                                      <p:to>
                                        <p:strVal val="visible"/>
                                      </p:to>
                                    </p:set>
                                    <p:anim calcmode="lin" valueType="num">
                                      <p:cBhvr additive="base">
                                        <p:cTn id="18" dur="500" fill="hold"/>
                                        <p:tgtEl>
                                          <p:spTgt spid="24"/>
                                        </p:tgtEl>
                                        <p:attrNameLst>
                                          <p:attrName>ppt_x</p:attrName>
                                        </p:attrNameLst>
                                      </p:cBhvr>
                                      <p:tavLst>
                                        <p:tav tm="0">
                                          <p:val>
                                            <p:strVal val="#ppt_x"/>
                                          </p:val>
                                        </p:tav>
                                        <p:tav tm="100000">
                                          <p:val>
                                            <p:strVal val="#ppt_x"/>
                                          </p:val>
                                        </p:tav>
                                      </p:tavLst>
                                    </p:anim>
                                    <p:anim calcmode="lin" valueType="num">
                                      <p:cBhvr additive="base">
                                        <p:cTn id="19" dur="500" fill="hold"/>
                                        <p:tgtEl>
                                          <p:spTgt spid="24"/>
                                        </p:tgtEl>
                                        <p:attrNameLst>
                                          <p:attrName>ppt_y</p:attrName>
                                        </p:attrNameLst>
                                      </p:cBhvr>
                                      <p:tavLst>
                                        <p:tav tm="0">
                                          <p:val>
                                            <p:strVal val="1+#ppt_h/2"/>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22"/>
                                        </p:tgtEl>
                                        <p:attrNameLst>
                                          <p:attrName>style.visibility</p:attrName>
                                        </p:attrNameLst>
                                      </p:cBhvr>
                                      <p:to>
                                        <p:strVal val="visible"/>
                                      </p:to>
                                    </p:set>
                                    <p:anim calcmode="lin" valueType="num">
                                      <p:cBhvr additive="base">
                                        <p:cTn id="22" dur="500" fill="hold"/>
                                        <p:tgtEl>
                                          <p:spTgt spid="22"/>
                                        </p:tgtEl>
                                        <p:attrNameLst>
                                          <p:attrName>ppt_x</p:attrName>
                                        </p:attrNameLst>
                                      </p:cBhvr>
                                      <p:tavLst>
                                        <p:tav tm="0">
                                          <p:val>
                                            <p:strVal val="#ppt_x"/>
                                          </p:val>
                                        </p:tav>
                                        <p:tav tm="100000">
                                          <p:val>
                                            <p:strVal val="#ppt_x"/>
                                          </p:val>
                                        </p:tav>
                                      </p:tavLst>
                                    </p:anim>
                                    <p:anim calcmode="lin" valueType="num">
                                      <p:cBhvr additive="base">
                                        <p:cTn id="23" dur="500" fill="hold"/>
                                        <p:tgtEl>
                                          <p:spTgt spid="22"/>
                                        </p:tgtEl>
                                        <p:attrNameLst>
                                          <p:attrName>ppt_y</p:attrName>
                                        </p:attrNameLst>
                                      </p:cBhvr>
                                      <p:tavLst>
                                        <p:tav tm="0">
                                          <p:val>
                                            <p:strVal val="1+#ppt_h/2"/>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23"/>
                                        </p:tgtEl>
                                        <p:attrNameLst>
                                          <p:attrName>style.visibility</p:attrName>
                                        </p:attrNameLst>
                                      </p:cBhvr>
                                      <p:to>
                                        <p:strVal val="visible"/>
                                      </p:to>
                                    </p:set>
                                    <p:anim calcmode="lin" valueType="num">
                                      <p:cBhvr additive="base">
                                        <p:cTn id="26" dur="500" fill="hold"/>
                                        <p:tgtEl>
                                          <p:spTgt spid="23"/>
                                        </p:tgtEl>
                                        <p:attrNameLst>
                                          <p:attrName>ppt_x</p:attrName>
                                        </p:attrNameLst>
                                      </p:cBhvr>
                                      <p:tavLst>
                                        <p:tav tm="0">
                                          <p:val>
                                            <p:strVal val="#ppt_x"/>
                                          </p:val>
                                        </p:tav>
                                        <p:tav tm="100000">
                                          <p:val>
                                            <p:strVal val="#ppt_x"/>
                                          </p:val>
                                        </p:tav>
                                      </p:tavLst>
                                    </p:anim>
                                    <p:anim calcmode="lin" valueType="num">
                                      <p:cBhvr additive="base">
                                        <p:cTn id="27"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L-Shape 4">
            <a:extLst>
              <a:ext uri="{FF2B5EF4-FFF2-40B4-BE49-F238E27FC236}">
                <a16:creationId xmlns:a16="http://schemas.microsoft.com/office/drawing/2014/main" id="{D630744A-F3DB-45EB-951F-A2D3962600E7}"/>
              </a:ext>
            </a:extLst>
          </p:cNvPr>
          <p:cNvSpPr/>
          <p:nvPr/>
        </p:nvSpPr>
        <p:spPr>
          <a:xfrm rot="10800000">
            <a:off x="8509883" y="1560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AA9B"/>
              </a:solidFill>
            </a:endParaRPr>
          </a:p>
        </p:txBody>
      </p:sp>
      <p:sp>
        <p:nvSpPr>
          <p:cNvPr id="6" name="Rectangle 5">
            <a:extLst>
              <a:ext uri="{FF2B5EF4-FFF2-40B4-BE49-F238E27FC236}">
                <a16:creationId xmlns:a16="http://schemas.microsoft.com/office/drawing/2014/main" id="{664D0B28-467E-41E0-96A2-C7A9CEC384F6}"/>
              </a:ext>
            </a:extLst>
          </p:cNvPr>
          <p:cNvSpPr/>
          <p:nvPr/>
        </p:nvSpPr>
        <p:spPr>
          <a:xfrm>
            <a:off x="8772538" y="4749282"/>
            <a:ext cx="371462" cy="378619"/>
          </a:xfrm>
          <a:prstGeom prst="rect">
            <a:avLst/>
          </a:prstGeom>
          <a:solidFill>
            <a:srgbClr val="EF4641"/>
          </a:solidFill>
          <a:ln>
            <a:solidFill>
              <a:srgbClr val="EF46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35F740C-B5CD-46AF-AFF4-40B1EF00F294}"/>
              </a:ext>
            </a:extLst>
          </p:cNvPr>
          <p:cNvSpPr/>
          <p:nvPr/>
        </p:nvSpPr>
        <p:spPr>
          <a:xfrm>
            <a:off x="0" y="4780121"/>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AA9B"/>
              </a:solidFill>
            </a:endParaRPr>
          </a:p>
        </p:txBody>
      </p:sp>
      <p:sp>
        <p:nvSpPr>
          <p:cNvPr id="8" name="L-Shape 7">
            <a:extLst>
              <a:ext uri="{FF2B5EF4-FFF2-40B4-BE49-F238E27FC236}">
                <a16:creationId xmlns:a16="http://schemas.microsoft.com/office/drawing/2014/main" id="{33196FE2-3B73-49A9-916C-7ED723F38076}"/>
              </a:ext>
            </a:extLst>
          </p:cNvPr>
          <p:cNvSpPr/>
          <p:nvPr/>
        </p:nvSpPr>
        <p:spPr>
          <a:xfrm rot="10800000">
            <a:off x="8509883" y="444235"/>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37C71BA8-F1CA-4FE5-8742-E818950A988E}"/>
              </a:ext>
            </a:extLst>
          </p:cNvPr>
          <p:cNvSpPr txBox="1"/>
          <p:nvPr/>
        </p:nvSpPr>
        <p:spPr>
          <a:xfrm>
            <a:off x="322125" y="4866291"/>
            <a:ext cx="371462" cy="261610"/>
          </a:xfrm>
          <a:prstGeom prst="rect">
            <a:avLst/>
          </a:prstGeom>
          <a:noFill/>
        </p:spPr>
        <p:txBody>
          <a:bodyPr wrap="square">
            <a:spAutoFit/>
          </a:bodyPr>
          <a:lstStyle/>
          <a:p>
            <a:pPr algn="r"/>
            <a:r>
              <a:rPr lang="fr-FR" sz="900" b="1" dirty="0">
                <a:solidFill>
                  <a:srgbClr val="464646"/>
                </a:solidFill>
                <a:latin typeface="Calibri" panose="020F0502020204030204" pitchFamily="34" charset="0"/>
              </a:rPr>
              <a:t>6</a:t>
            </a:r>
            <a:r>
              <a:rPr lang="fr-FR" sz="1100" b="1" dirty="0">
                <a:solidFill>
                  <a:srgbClr val="0F4C81"/>
                </a:solidFill>
              </a:rPr>
              <a:t> |</a:t>
            </a:r>
            <a:endParaRPr lang="en-US" sz="900" dirty="0"/>
          </a:p>
        </p:txBody>
      </p:sp>
      <p:sp>
        <p:nvSpPr>
          <p:cNvPr id="14" name="Rectangle 13">
            <a:extLst>
              <a:ext uri="{FF2B5EF4-FFF2-40B4-BE49-F238E27FC236}">
                <a16:creationId xmlns:a16="http://schemas.microsoft.com/office/drawing/2014/main" id="{2AC1F5B3-3F5B-4A93-802C-A7E58C8B6817}"/>
              </a:ext>
            </a:extLst>
          </p:cNvPr>
          <p:cNvSpPr>
            <a:spLocks/>
          </p:cNvSpPr>
          <p:nvPr/>
        </p:nvSpPr>
        <p:spPr bwMode="auto">
          <a:xfrm>
            <a:off x="2746511" y="398012"/>
            <a:ext cx="38007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nchor="ctr">
            <a:spAutoFit/>
          </a:bodyPr>
          <a:lstStyle/>
          <a:p>
            <a:pPr algn="ctr"/>
            <a:r>
              <a:rPr lang="en-US" sz="24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rPr>
              <a:t>ANALYSE DE L’EXSISTANT</a:t>
            </a:r>
            <a:endParaRPr lang="en-US" sz="20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endParaRPr>
          </a:p>
        </p:txBody>
      </p:sp>
      <p:sp>
        <p:nvSpPr>
          <p:cNvPr id="15" name="Rectangle 1">
            <a:extLst>
              <a:ext uri="{FF2B5EF4-FFF2-40B4-BE49-F238E27FC236}">
                <a16:creationId xmlns:a16="http://schemas.microsoft.com/office/drawing/2014/main" id="{8C441B84-7DC9-415D-BB65-A600E68BCEED}"/>
              </a:ext>
            </a:extLst>
          </p:cNvPr>
          <p:cNvSpPr>
            <a:spLocks/>
          </p:cNvSpPr>
          <p:nvPr/>
        </p:nvSpPr>
        <p:spPr bwMode="auto">
          <a:xfrm>
            <a:off x="2958659" y="110299"/>
            <a:ext cx="2974810"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en-US" sz="1050" spc="82" dirty="0">
                <a:solidFill>
                  <a:schemeClr val="bg1">
                    <a:lumMod val="50000"/>
                  </a:schemeClr>
                </a:solidFill>
                <a:latin typeface="Source Sans Pro" charset="0"/>
                <a:ea typeface="Source Sans Pro" charset="0"/>
                <a:cs typeface="Source Sans Pro" charset="0"/>
                <a:sym typeface="Bebas Neue" charset="0"/>
              </a:rPr>
              <a:t>CONTEXTE DU PROJET</a:t>
            </a:r>
          </a:p>
        </p:txBody>
      </p:sp>
      <p:pic>
        <p:nvPicPr>
          <p:cNvPr id="3" name="Picture 2" descr="A picture containing projector, camera&#10;&#10;Description automatically generated">
            <a:extLst>
              <a:ext uri="{FF2B5EF4-FFF2-40B4-BE49-F238E27FC236}">
                <a16:creationId xmlns:a16="http://schemas.microsoft.com/office/drawing/2014/main" id="{4388D30D-42BD-FB51-210B-8DE62938DBE1}"/>
              </a:ext>
            </a:extLst>
          </p:cNvPr>
          <p:cNvPicPr>
            <a:picLocks noChangeAspect="1"/>
          </p:cNvPicPr>
          <p:nvPr/>
        </p:nvPicPr>
        <p:blipFill>
          <a:blip r:embed="rId3"/>
          <a:stretch>
            <a:fillRect/>
          </a:stretch>
        </p:blipFill>
        <p:spPr>
          <a:xfrm>
            <a:off x="420279" y="3008601"/>
            <a:ext cx="3391825" cy="1507981"/>
          </a:xfrm>
          <a:prstGeom prst="rect">
            <a:avLst/>
          </a:prstGeom>
        </p:spPr>
      </p:pic>
      <p:pic>
        <p:nvPicPr>
          <p:cNvPr id="13" name="Picture 12" descr="A picture containing text, font, graphics, graphic design&#10;&#10;Description automatically generated">
            <a:extLst>
              <a:ext uri="{FF2B5EF4-FFF2-40B4-BE49-F238E27FC236}">
                <a16:creationId xmlns:a16="http://schemas.microsoft.com/office/drawing/2014/main" id="{1CA3B4DD-6D3F-7A7A-E405-089A8489FB3B}"/>
              </a:ext>
            </a:extLst>
          </p:cNvPr>
          <p:cNvPicPr>
            <a:picLocks noChangeAspect="1"/>
          </p:cNvPicPr>
          <p:nvPr/>
        </p:nvPicPr>
        <p:blipFill>
          <a:blip r:embed="rId4"/>
          <a:stretch>
            <a:fillRect/>
          </a:stretch>
        </p:blipFill>
        <p:spPr>
          <a:xfrm>
            <a:off x="504309" y="1073860"/>
            <a:ext cx="3223763" cy="1813367"/>
          </a:xfrm>
          <a:prstGeom prst="rect">
            <a:avLst/>
          </a:prstGeom>
        </p:spPr>
      </p:pic>
      <p:pic>
        <p:nvPicPr>
          <p:cNvPr id="17" name="Picture 16" descr="A white rectangular object with two black holes&#10;&#10;Description automatically generated with low confidence">
            <a:extLst>
              <a:ext uri="{FF2B5EF4-FFF2-40B4-BE49-F238E27FC236}">
                <a16:creationId xmlns:a16="http://schemas.microsoft.com/office/drawing/2014/main" id="{5D1D1C4E-E64A-5F81-E55B-B4653FF0C318}"/>
              </a:ext>
            </a:extLst>
          </p:cNvPr>
          <p:cNvPicPr>
            <a:picLocks noChangeAspect="1"/>
          </p:cNvPicPr>
          <p:nvPr/>
        </p:nvPicPr>
        <p:blipFill>
          <a:blip r:embed="rId5"/>
          <a:stretch>
            <a:fillRect/>
          </a:stretch>
        </p:blipFill>
        <p:spPr>
          <a:xfrm>
            <a:off x="5153891" y="2973301"/>
            <a:ext cx="3071092" cy="1775981"/>
          </a:xfrm>
          <a:prstGeom prst="rect">
            <a:avLst/>
          </a:prstGeom>
        </p:spPr>
      </p:pic>
      <p:pic>
        <p:nvPicPr>
          <p:cNvPr id="19" name="Picture 18" descr="A black and blue text on a black background&#10;&#10;Description automatically generated with low confidence">
            <a:extLst>
              <a:ext uri="{FF2B5EF4-FFF2-40B4-BE49-F238E27FC236}">
                <a16:creationId xmlns:a16="http://schemas.microsoft.com/office/drawing/2014/main" id="{5DA5D9CF-AC7D-C818-2D67-EEA3E20DDBD0}"/>
              </a:ext>
            </a:extLst>
          </p:cNvPr>
          <p:cNvPicPr>
            <a:picLocks noChangeAspect="1"/>
          </p:cNvPicPr>
          <p:nvPr/>
        </p:nvPicPr>
        <p:blipFill>
          <a:blip r:embed="rId6"/>
          <a:stretch>
            <a:fillRect/>
          </a:stretch>
        </p:blipFill>
        <p:spPr>
          <a:xfrm>
            <a:off x="4883061" y="1302060"/>
            <a:ext cx="3817322" cy="1356966"/>
          </a:xfrm>
          <a:prstGeom prst="rect">
            <a:avLst/>
          </a:prstGeom>
        </p:spPr>
      </p:pic>
      <p:sp>
        <p:nvSpPr>
          <p:cNvPr id="2" name="L-Shape 1">
            <a:extLst>
              <a:ext uri="{FF2B5EF4-FFF2-40B4-BE49-F238E27FC236}">
                <a16:creationId xmlns:a16="http://schemas.microsoft.com/office/drawing/2014/main" id="{6B78FC61-36E8-7B5B-D4D1-C2DCE42F6BB2}"/>
              </a:ext>
            </a:extLst>
          </p:cNvPr>
          <p:cNvSpPr/>
          <p:nvPr/>
        </p:nvSpPr>
        <p:spPr>
          <a:xfrm rot="5400000">
            <a:off x="5067" y="-5068"/>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L-Shape 3">
            <a:extLst>
              <a:ext uri="{FF2B5EF4-FFF2-40B4-BE49-F238E27FC236}">
                <a16:creationId xmlns:a16="http://schemas.microsoft.com/office/drawing/2014/main" id="{F013C06E-2DD1-A7EB-3302-5885BAB9E85B}"/>
              </a:ext>
            </a:extLst>
          </p:cNvPr>
          <p:cNvSpPr/>
          <p:nvPr/>
        </p:nvSpPr>
        <p:spPr>
          <a:xfrm rot="5400000">
            <a:off x="454977" y="443616"/>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5595094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 calcmode="lin" valueType="num">
                                      <p:cBhvr additive="base">
                                        <p:cTn id="17" dur="500" fill="hold"/>
                                        <p:tgtEl>
                                          <p:spTgt spid="19"/>
                                        </p:tgtEl>
                                        <p:attrNameLst>
                                          <p:attrName>ppt_x</p:attrName>
                                        </p:attrNameLst>
                                      </p:cBhvr>
                                      <p:tavLst>
                                        <p:tav tm="0">
                                          <p:val>
                                            <p:strVal val="#ppt_x"/>
                                          </p:val>
                                        </p:tav>
                                        <p:tav tm="100000">
                                          <p:val>
                                            <p:strVal val="#ppt_x"/>
                                          </p:val>
                                        </p:tav>
                                      </p:tavLst>
                                    </p:anim>
                                    <p:anim calcmode="lin" valueType="num">
                                      <p:cBhvr additive="base">
                                        <p:cTn id="18" dur="500" fill="hold"/>
                                        <p:tgtEl>
                                          <p:spTgt spid="19"/>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additive="base">
                                        <p:cTn id="21" dur="500" fill="hold"/>
                                        <p:tgtEl>
                                          <p:spTgt spid="17"/>
                                        </p:tgtEl>
                                        <p:attrNameLst>
                                          <p:attrName>ppt_x</p:attrName>
                                        </p:attrNameLst>
                                      </p:cBhvr>
                                      <p:tavLst>
                                        <p:tav tm="0">
                                          <p:val>
                                            <p:strVal val="#ppt_x"/>
                                          </p:val>
                                        </p:tav>
                                        <p:tav tm="100000">
                                          <p:val>
                                            <p:strVal val="#ppt_x"/>
                                          </p:val>
                                        </p:tav>
                                      </p:tavLst>
                                    </p:anim>
                                    <p:anim calcmode="lin" valueType="num">
                                      <p:cBhvr additive="base">
                                        <p:cTn id="2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L-Shape 4">
            <a:extLst>
              <a:ext uri="{FF2B5EF4-FFF2-40B4-BE49-F238E27FC236}">
                <a16:creationId xmlns:a16="http://schemas.microsoft.com/office/drawing/2014/main" id="{D630744A-F3DB-45EB-951F-A2D3962600E7}"/>
              </a:ext>
            </a:extLst>
          </p:cNvPr>
          <p:cNvSpPr/>
          <p:nvPr/>
        </p:nvSpPr>
        <p:spPr>
          <a:xfrm rot="10800000">
            <a:off x="8509883" y="1560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AA9B"/>
              </a:solidFill>
            </a:endParaRPr>
          </a:p>
        </p:txBody>
      </p:sp>
      <p:sp>
        <p:nvSpPr>
          <p:cNvPr id="6" name="Rectangle 5">
            <a:extLst>
              <a:ext uri="{FF2B5EF4-FFF2-40B4-BE49-F238E27FC236}">
                <a16:creationId xmlns:a16="http://schemas.microsoft.com/office/drawing/2014/main" id="{664D0B28-467E-41E0-96A2-C7A9CEC384F6}"/>
              </a:ext>
            </a:extLst>
          </p:cNvPr>
          <p:cNvSpPr/>
          <p:nvPr/>
        </p:nvSpPr>
        <p:spPr>
          <a:xfrm>
            <a:off x="8772538" y="4749282"/>
            <a:ext cx="371462" cy="378619"/>
          </a:xfrm>
          <a:prstGeom prst="rect">
            <a:avLst/>
          </a:prstGeom>
          <a:solidFill>
            <a:srgbClr val="EF4641"/>
          </a:solidFill>
          <a:ln>
            <a:solidFill>
              <a:srgbClr val="EF46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35F740C-B5CD-46AF-AFF4-40B1EF00F294}"/>
              </a:ext>
            </a:extLst>
          </p:cNvPr>
          <p:cNvSpPr/>
          <p:nvPr/>
        </p:nvSpPr>
        <p:spPr>
          <a:xfrm>
            <a:off x="0" y="4780121"/>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AA9B"/>
              </a:solidFill>
            </a:endParaRPr>
          </a:p>
        </p:txBody>
      </p:sp>
      <p:sp>
        <p:nvSpPr>
          <p:cNvPr id="8" name="L-Shape 7">
            <a:extLst>
              <a:ext uri="{FF2B5EF4-FFF2-40B4-BE49-F238E27FC236}">
                <a16:creationId xmlns:a16="http://schemas.microsoft.com/office/drawing/2014/main" id="{33196FE2-3B73-49A9-916C-7ED723F38076}"/>
              </a:ext>
            </a:extLst>
          </p:cNvPr>
          <p:cNvSpPr/>
          <p:nvPr/>
        </p:nvSpPr>
        <p:spPr>
          <a:xfrm rot="10800000">
            <a:off x="8509883" y="444235"/>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37C71BA8-F1CA-4FE5-8742-E818950A988E}"/>
              </a:ext>
            </a:extLst>
          </p:cNvPr>
          <p:cNvSpPr txBox="1"/>
          <p:nvPr/>
        </p:nvSpPr>
        <p:spPr>
          <a:xfrm>
            <a:off x="341458" y="4866291"/>
            <a:ext cx="371462" cy="261610"/>
          </a:xfrm>
          <a:prstGeom prst="rect">
            <a:avLst/>
          </a:prstGeom>
          <a:noFill/>
        </p:spPr>
        <p:txBody>
          <a:bodyPr wrap="square">
            <a:spAutoFit/>
          </a:bodyPr>
          <a:lstStyle/>
          <a:p>
            <a:pPr algn="r"/>
            <a:r>
              <a:rPr lang="fr-FR" sz="900" b="1" dirty="0">
                <a:solidFill>
                  <a:srgbClr val="464646"/>
                </a:solidFill>
                <a:latin typeface="Calibri" panose="020F0502020204030204" pitchFamily="34" charset="0"/>
              </a:rPr>
              <a:t>7</a:t>
            </a:r>
            <a:r>
              <a:rPr lang="fr-FR" sz="1100" b="1" dirty="0">
                <a:solidFill>
                  <a:srgbClr val="0F4C81"/>
                </a:solidFill>
              </a:rPr>
              <a:t> |</a:t>
            </a:r>
            <a:endParaRPr lang="en-US" sz="900" dirty="0"/>
          </a:p>
        </p:txBody>
      </p:sp>
      <p:sp>
        <p:nvSpPr>
          <p:cNvPr id="14" name="Rectangle 13">
            <a:extLst>
              <a:ext uri="{FF2B5EF4-FFF2-40B4-BE49-F238E27FC236}">
                <a16:creationId xmlns:a16="http://schemas.microsoft.com/office/drawing/2014/main" id="{2AC1F5B3-3F5B-4A93-802C-A7E58C8B6817}"/>
              </a:ext>
            </a:extLst>
          </p:cNvPr>
          <p:cNvSpPr>
            <a:spLocks/>
          </p:cNvSpPr>
          <p:nvPr/>
        </p:nvSpPr>
        <p:spPr bwMode="auto">
          <a:xfrm>
            <a:off x="2681154" y="428710"/>
            <a:ext cx="38343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nchor="ctr">
            <a:spAutoFit/>
          </a:bodyPr>
          <a:lstStyle/>
          <a:p>
            <a:pPr algn="ctr"/>
            <a:r>
              <a:rPr lang="en-US" sz="24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rPr>
              <a:t>CRITIQUE DE L’EXSISTANT</a:t>
            </a:r>
            <a:endParaRPr lang="en-US" sz="20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endParaRPr>
          </a:p>
        </p:txBody>
      </p:sp>
      <p:sp>
        <p:nvSpPr>
          <p:cNvPr id="15" name="Rectangle 1">
            <a:extLst>
              <a:ext uri="{FF2B5EF4-FFF2-40B4-BE49-F238E27FC236}">
                <a16:creationId xmlns:a16="http://schemas.microsoft.com/office/drawing/2014/main" id="{8C441B84-7DC9-415D-BB65-A600E68BCEED}"/>
              </a:ext>
            </a:extLst>
          </p:cNvPr>
          <p:cNvSpPr>
            <a:spLocks/>
          </p:cNvSpPr>
          <p:nvPr/>
        </p:nvSpPr>
        <p:spPr bwMode="auto">
          <a:xfrm>
            <a:off x="2910134" y="140997"/>
            <a:ext cx="2974810"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en-US" sz="1050" spc="82" dirty="0">
                <a:solidFill>
                  <a:schemeClr val="bg1">
                    <a:lumMod val="50000"/>
                  </a:schemeClr>
                </a:solidFill>
                <a:latin typeface="Source Sans Pro" charset="0"/>
                <a:ea typeface="Source Sans Pro" charset="0"/>
                <a:cs typeface="Source Sans Pro" charset="0"/>
                <a:sym typeface="Bebas Neue" charset="0"/>
              </a:rPr>
              <a:t>CONTEXTE DU PROJET</a:t>
            </a:r>
          </a:p>
        </p:txBody>
      </p:sp>
      <p:pic>
        <p:nvPicPr>
          <p:cNvPr id="10" name="Picture 9" descr="A stack of coins and a stack of money&#10;&#10;Description automatically generated with low confidence">
            <a:extLst>
              <a:ext uri="{FF2B5EF4-FFF2-40B4-BE49-F238E27FC236}">
                <a16:creationId xmlns:a16="http://schemas.microsoft.com/office/drawing/2014/main" id="{471FC252-6523-4DFE-1009-94F5D9EA2ABD}"/>
              </a:ext>
            </a:extLst>
          </p:cNvPr>
          <p:cNvPicPr>
            <a:picLocks noChangeAspect="1"/>
          </p:cNvPicPr>
          <p:nvPr/>
        </p:nvPicPr>
        <p:blipFill>
          <a:blip r:embed="rId3"/>
          <a:stretch>
            <a:fillRect/>
          </a:stretch>
        </p:blipFill>
        <p:spPr>
          <a:xfrm>
            <a:off x="791741" y="2147226"/>
            <a:ext cx="1817832" cy="1209820"/>
          </a:xfrm>
          <a:prstGeom prst="rect">
            <a:avLst/>
          </a:prstGeom>
        </p:spPr>
      </p:pic>
      <p:sp>
        <p:nvSpPr>
          <p:cNvPr id="11" name="ZoneTexte 8">
            <a:extLst>
              <a:ext uri="{FF2B5EF4-FFF2-40B4-BE49-F238E27FC236}">
                <a16:creationId xmlns:a16="http://schemas.microsoft.com/office/drawing/2014/main" id="{A7B2A46F-2241-1CB7-4871-E7B9EEC9A31E}"/>
              </a:ext>
            </a:extLst>
          </p:cNvPr>
          <p:cNvSpPr txBox="1"/>
          <p:nvPr/>
        </p:nvSpPr>
        <p:spPr>
          <a:xfrm>
            <a:off x="3540380" y="3408050"/>
            <a:ext cx="1780949" cy="40011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fr-FR" sz="2000" b="1" dirty="0"/>
              <a:t>Maintenance</a:t>
            </a:r>
            <a:endParaRPr lang="fr-TN" sz="2000" b="1" dirty="0"/>
          </a:p>
        </p:txBody>
      </p:sp>
      <p:pic>
        <p:nvPicPr>
          <p:cNvPr id="16" name="Picture 15" descr="A hand holding a wrench in a gear&#10;&#10;Description automatically generated with medium confidence">
            <a:extLst>
              <a:ext uri="{FF2B5EF4-FFF2-40B4-BE49-F238E27FC236}">
                <a16:creationId xmlns:a16="http://schemas.microsoft.com/office/drawing/2014/main" id="{DF170399-D4CF-696A-5E5C-67D73A912E7B}"/>
              </a:ext>
            </a:extLst>
          </p:cNvPr>
          <p:cNvPicPr>
            <a:picLocks noChangeAspect="1"/>
          </p:cNvPicPr>
          <p:nvPr/>
        </p:nvPicPr>
        <p:blipFill>
          <a:blip r:embed="rId4"/>
          <a:stretch>
            <a:fillRect/>
          </a:stretch>
        </p:blipFill>
        <p:spPr>
          <a:xfrm>
            <a:off x="3694542" y="1848526"/>
            <a:ext cx="1472623" cy="1472623"/>
          </a:xfrm>
          <a:prstGeom prst="rect">
            <a:avLst/>
          </a:prstGeom>
        </p:spPr>
      </p:pic>
      <p:sp>
        <p:nvSpPr>
          <p:cNvPr id="18" name="ZoneTexte 8">
            <a:extLst>
              <a:ext uri="{FF2B5EF4-FFF2-40B4-BE49-F238E27FC236}">
                <a16:creationId xmlns:a16="http://schemas.microsoft.com/office/drawing/2014/main" id="{955F5A8C-720E-C224-5BAC-F4A3B256D108}"/>
              </a:ext>
            </a:extLst>
          </p:cNvPr>
          <p:cNvSpPr txBox="1"/>
          <p:nvPr/>
        </p:nvSpPr>
        <p:spPr>
          <a:xfrm>
            <a:off x="1262433" y="3408050"/>
            <a:ext cx="975716" cy="40011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fr-FR" sz="2000" b="1" dirty="0"/>
              <a:t>Coût</a:t>
            </a:r>
            <a:endParaRPr lang="fr-TN" sz="2000" b="1" dirty="0"/>
          </a:p>
        </p:txBody>
      </p:sp>
      <p:pic>
        <p:nvPicPr>
          <p:cNvPr id="24" name="Picture 23" descr="A blue lock with a check mark&#10;&#10;Description automatically generated with medium confidence">
            <a:extLst>
              <a:ext uri="{FF2B5EF4-FFF2-40B4-BE49-F238E27FC236}">
                <a16:creationId xmlns:a16="http://schemas.microsoft.com/office/drawing/2014/main" id="{8DC877E9-BB13-FEFB-6145-FF18D253584E}"/>
              </a:ext>
            </a:extLst>
          </p:cNvPr>
          <p:cNvPicPr>
            <a:picLocks noChangeAspect="1"/>
          </p:cNvPicPr>
          <p:nvPr/>
        </p:nvPicPr>
        <p:blipFill>
          <a:blip r:embed="rId5"/>
          <a:stretch>
            <a:fillRect/>
          </a:stretch>
        </p:blipFill>
        <p:spPr>
          <a:xfrm>
            <a:off x="6556801" y="1822351"/>
            <a:ext cx="1498798" cy="1498798"/>
          </a:xfrm>
          <a:prstGeom prst="rect">
            <a:avLst/>
          </a:prstGeom>
        </p:spPr>
      </p:pic>
      <p:sp>
        <p:nvSpPr>
          <p:cNvPr id="25" name="ZoneTexte 8">
            <a:extLst>
              <a:ext uri="{FF2B5EF4-FFF2-40B4-BE49-F238E27FC236}">
                <a16:creationId xmlns:a16="http://schemas.microsoft.com/office/drawing/2014/main" id="{CDCD6039-6B9D-CEB2-9A97-3CD6438A01E4}"/>
              </a:ext>
            </a:extLst>
          </p:cNvPr>
          <p:cNvSpPr txBox="1"/>
          <p:nvPr/>
        </p:nvSpPr>
        <p:spPr>
          <a:xfrm>
            <a:off x="6695765" y="3408050"/>
            <a:ext cx="1185802" cy="40011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fr-FR" sz="2000" b="1" dirty="0"/>
              <a:t>Sécurité</a:t>
            </a:r>
            <a:endParaRPr lang="fr-TN" sz="2000" b="1" dirty="0"/>
          </a:p>
        </p:txBody>
      </p:sp>
      <p:sp>
        <p:nvSpPr>
          <p:cNvPr id="2" name="L-Shape 1">
            <a:extLst>
              <a:ext uri="{FF2B5EF4-FFF2-40B4-BE49-F238E27FC236}">
                <a16:creationId xmlns:a16="http://schemas.microsoft.com/office/drawing/2014/main" id="{C5E4AF29-4456-321E-11D1-31D901804616}"/>
              </a:ext>
            </a:extLst>
          </p:cNvPr>
          <p:cNvSpPr/>
          <p:nvPr/>
        </p:nvSpPr>
        <p:spPr>
          <a:xfrm rot="5400000">
            <a:off x="5067" y="-5068"/>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Shape 2">
            <a:extLst>
              <a:ext uri="{FF2B5EF4-FFF2-40B4-BE49-F238E27FC236}">
                <a16:creationId xmlns:a16="http://schemas.microsoft.com/office/drawing/2014/main" id="{654AD3AF-D686-70B1-4E6E-D608D6EE1381}"/>
              </a:ext>
            </a:extLst>
          </p:cNvPr>
          <p:cNvSpPr/>
          <p:nvPr/>
        </p:nvSpPr>
        <p:spPr>
          <a:xfrm rot="5400000">
            <a:off x="454977" y="443616"/>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012026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ppt_x"/>
                                          </p:val>
                                        </p:tav>
                                        <p:tav tm="100000">
                                          <p:val>
                                            <p:strVal val="#ppt_x"/>
                                          </p:val>
                                        </p:tav>
                                      </p:tavLst>
                                    </p:anim>
                                    <p:anim calcmode="lin" valueType="num">
                                      <p:cBhvr additive="base">
                                        <p:cTn id="12"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500" fill="hold"/>
                                        <p:tgtEl>
                                          <p:spTgt spid="16"/>
                                        </p:tgtEl>
                                        <p:attrNameLst>
                                          <p:attrName>ppt_x</p:attrName>
                                        </p:attrNameLst>
                                      </p:cBhvr>
                                      <p:tavLst>
                                        <p:tav tm="0">
                                          <p:val>
                                            <p:strVal val="#ppt_x"/>
                                          </p:val>
                                        </p:tav>
                                        <p:tav tm="100000">
                                          <p:val>
                                            <p:strVal val="#ppt_x"/>
                                          </p:val>
                                        </p:tav>
                                      </p:tavLst>
                                    </p:anim>
                                    <p:anim calcmode="lin" valueType="num">
                                      <p:cBhvr additive="base">
                                        <p:cTn id="18" dur="500" fill="hold"/>
                                        <p:tgtEl>
                                          <p:spTgt spid="16"/>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additive="base">
                                        <p:cTn id="21" dur="500" fill="hold"/>
                                        <p:tgtEl>
                                          <p:spTgt spid="11"/>
                                        </p:tgtEl>
                                        <p:attrNameLst>
                                          <p:attrName>ppt_x</p:attrName>
                                        </p:attrNameLst>
                                      </p:cBhvr>
                                      <p:tavLst>
                                        <p:tav tm="0">
                                          <p:val>
                                            <p:strVal val="#ppt_x"/>
                                          </p:val>
                                        </p:tav>
                                        <p:tav tm="100000">
                                          <p:val>
                                            <p:strVal val="#ppt_x"/>
                                          </p:val>
                                        </p:tav>
                                      </p:tavLst>
                                    </p:anim>
                                    <p:anim calcmode="lin" valueType="num">
                                      <p:cBhvr additive="base">
                                        <p:cTn id="2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 calcmode="lin" valueType="num">
                                      <p:cBhvr additive="base">
                                        <p:cTn id="27" dur="500" fill="hold"/>
                                        <p:tgtEl>
                                          <p:spTgt spid="24"/>
                                        </p:tgtEl>
                                        <p:attrNameLst>
                                          <p:attrName>ppt_x</p:attrName>
                                        </p:attrNameLst>
                                      </p:cBhvr>
                                      <p:tavLst>
                                        <p:tav tm="0">
                                          <p:val>
                                            <p:strVal val="#ppt_x"/>
                                          </p:val>
                                        </p:tav>
                                        <p:tav tm="100000">
                                          <p:val>
                                            <p:strVal val="#ppt_x"/>
                                          </p:val>
                                        </p:tav>
                                      </p:tavLst>
                                    </p:anim>
                                    <p:anim calcmode="lin" valueType="num">
                                      <p:cBhvr additive="base">
                                        <p:cTn id="28" dur="500" fill="hold"/>
                                        <p:tgtEl>
                                          <p:spTgt spid="24"/>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anim calcmode="lin" valueType="num">
                                      <p:cBhvr additive="base">
                                        <p:cTn id="31" dur="500" fill="hold"/>
                                        <p:tgtEl>
                                          <p:spTgt spid="25"/>
                                        </p:tgtEl>
                                        <p:attrNameLst>
                                          <p:attrName>ppt_x</p:attrName>
                                        </p:attrNameLst>
                                      </p:cBhvr>
                                      <p:tavLst>
                                        <p:tav tm="0">
                                          <p:val>
                                            <p:strVal val="#ppt_x"/>
                                          </p:val>
                                        </p:tav>
                                        <p:tav tm="100000">
                                          <p:val>
                                            <p:strVal val="#ppt_x"/>
                                          </p:val>
                                        </p:tav>
                                      </p:tavLst>
                                    </p:anim>
                                    <p:anim calcmode="lin" valueType="num">
                                      <p:cBhvr additive="base">
                                        <p:cTn id="32"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8" grpId="0"/>
      <p:bldP spid="2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0FC19E4-122D-4A79-992E-FE5D32D96B06}"/>
              </a:ext>
            </a:extLst>
          </p:cNvPr>
          <p:cNvSpPr>
            <a:spLocks/>
          </p:cNvSpPr>
          <p:nvPr/>
        </p:nvSpPr>
        <p:spPr bwMode="auto">
          <a:xfrm>
            <a:off x="3294036" y="352073"/>
            <a:ext cx="253915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nchor="ctr">
            <a:spAutoFit/>
          </a:bodyPr>
          <a:lstStyle/>
          <a:p>
            <a:pPr algn="ctr"/>
            <a:r>
              <a:rPr lang="en-US" sz="20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rPr>
              <a:t>SOLUTION PROPOSE</a:t>
            </a:r>
          </a:p>
        </p:txBody>
      </p:sp>
      <p:sp>
        <p:nvSpPr>
          <p:cNvPr id="5" name="Rectangle 1">
            <a:extLst>
              <a:ext uri="{FF2B5EF4-FFF2-40B4-BE49-F238E27FC236}">
                <a16:creationId xmlns:a16="http://schemas.microsoft.com/office/drawing/2014/main" id="{9C358EBF-C076-42A9-A218-FEDE3D59436A}"/>
              </a:ext>
            </a:extLst>
          </p:cNvPr>
          <p:cNvSpPr>
            <a:spLocks/>
          </p:cNvSpPr>
          <p:nvPr/>
        </p:nvSpPr>
        <p:spPr bwMode="auto">
          <a:xfrm>
            <a:off x="3141895" y="81335"/>
            <a:ext cx="2691298"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en-US" sz="1050" spc="82" dirty="0">
                <a:solidFill>
                  <a:schemeClr val="bg1">
                    <a:lumMod val="50000"/>
                  </a:schemeClr>
                </a:solidFill>
                <a:latin typeface="Source Sans Pro" charset="0"/>
                <a:ea typeface="Source Sans Pro" charset="0"/>
                <a:cs typeface="Source Sans Pro" charset="0"/>
                <a:sym typeface="Bebas Neue" charset="0"/>
              </a:rPr>
              <a:t>CONTEXTE DU PROJET</a:t>
            </a:r>
          </a:p>
        </p:txBody>
      </p:sp>
      <p:sp>
        <p:nvSpPr>
          <p:cNvPr id="187" name="L-Shape 186">
            <a:extLst>
              <a:ext uri="{FF2B5EF4-FFF2-40B4-BE49-F238E27FC236}">
                <a16:creationId xmlns:a16="http://schemas.microsoft.com/office/drawing/2014/main" id="{D44BFBD7-6FEF-4FBC-8BE5-2ADBA836A61B}"/>
              </a:ext>
            </a:extLst>
          </p:cNvPr>
          <p:cNvSpPr/>
          <p:nvPr/>
        </p:nvSpPr>
        <p:spPr>
          <a:xfrm rot="10800000">
            <a:off x="8509883" y="1560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AA9B"/>
              </a:solidFill>
            </a:endParaRPr>
          </a:p>
        </p:txBody>
      </p:sp>
      <p:sp>
        <p:nvSpPr>
          <p:cNvPr id="188" name="Rectangle 187">
            <a:extLst>
              <a:ext uri="{FF2B5EF4-FFF2-40B4-BE49-F238E27FC236}">
                <a16:creationId xmlns:a16="http://schemas.microsoft.com/office/drawing/2014/main" id="{FD399875-9C53-45CE-BBF0-6709C34BC21E}"/>
              </a:ext>
            </a:extLst>
          </p:cNvPr>
          <p:cNvSpPr/>
          <p:nvPr/>
        </p:nvSpPr>
        <p:spPr>
          <a:xfrm>
            <a:off x="8772538" y="4749282"/>
            <a:ext cx="371462" cy="378619"/>
          </a:xfrm>
          <a:prstGeom prst="rect">
            <a:avLst/>
          </a:prstGeom>
          <a:solidFill>
            <a:srgbClr val="EF4641"/>
          </a:solidFill>
          <a:ln>
            <a:solidFill>
              <a:srgbClr val="EF46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Rectangle 188">
            <a:extLst>
              <a:ext uri="{FF2B5EF4-FFF2-40B4-BE49-F238E27FC236}">
                <a16:creationId xmlns:a16="http://schemas.microsoft.com/office/drawing/2014/main" id="{3DD5E5F2-892C-4AF8-9F93-93E249BDD821}"/>
              </a:ext>
            </a:extLst>
          </p:cNvPr>
          <p:cNvSpPr/>
          <p:nvPr/>
        </p:nvSpPr>
        <p:spPr>
          <a:xfrm>
            <a:off x="0" y="4780121"/>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AA9B"/>
              </a:solidFill>
            </a:endParaRPr>
          </a:p>
        </p:txBody>
      </p:sp>
      <p:sp>
        <p:nvSpPr>
          <p:cNvPr id="191" name="L-Shape 190">
            <a:extLst>
              <a:ext uri="{FF2B5EF4-FFF2-40B4-BE49-F238E27FC236}">
                <a16:creationId xmlns:a16="http://schemas.microsoft.com/office/drawing/2014/main" id="{68F62B54-E28F-477D-85B9-2B56744BC423}"/>
              </a:ext>
            </a:extLst>
          </p:cNvPr>
          <p:cNvSpPr/>
          <p:nvPr/>
        </p:nvSpPr>
        <p:spPr>
          <a:xfrm rot="10800000">
            <a:off x="8509883" y="444235"/>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Box 23">
            <a:extLst>
              <a:ext uri="{FF2B5EF4-FFF2-40B4-BE49-F238E27FC236}">
                <a16:creationId xmlns:a16="http://schemas.microsoft.com/office/drawing/2014/main" id="{70E57B40-B79D-B34C-29E3-296D59393383}"/>
              </a:ext>
            </a:extLst>
          </p:cNvPr>
          <p:cNvSpPr txBox="1"/>
          <p:nvPr/>
        </p:nvSpPr>
        <p:spPr>
          <a:xfrm>
            <a:off x="-84349" y="4859102"/>
            <a:ext cx="812947" cy="261610"/>
          </a:xfrm>
          <a:prstGeom prst="rect">
            <a:avLst/>
          </a:prstGeom>
          <a:noFill/>
        </p:spPr>
        <p:txBody>
          <a:bodyPr wrap="square">
            <a:spAutoFit/>
          </a:bodyPr>
          <a:lstStyle/>
          <a:p>
            <a:pPr algn="r" rtl="0">
              <a:spcBef>
                <a:spcPts val="0"/>
              </a:spcBef>
              <a:spcAft>
                <a:spcPts val="0"/>
              </a:spcAft>
            </a:pPr>
            <a:r>
              <a:rPr lang="fr-FR" sz="900" b="1" dirty="0">
                <a:solidFill>
                  <a:srgbClr val="464646"/>
                </a:solidFill>
                <a:latin typeface="Calibri" panose="020F0502020204030204" pitchFamily="34" charset="0"/>
              </a:rPr>
              <a:t>8</a:t>
            </a:r>
            <a:r>
              <a:rPr lang="fr-FR" sz="1100" b="1" dirty="0">
                <a:solidFill>
                  <a:srgbClr val="0F4C81"/>
                </a:solidFill>
              </a:rPr>
              <a:t> |</a:t>
            </a:r>
            <a:endParaRPr lang="en-US" sz="900" dirty="0"/>
          </a:p>
        </p:txBody>
      </p:sp>
      <p:pic>
        <p:nvPicPr>
          <p:cNvPr id="12" name="Picture 11" descr="A picture containing cartoon, screenshot&#10;&#10;Description automatically generated">
            <a:extLst>
              <a:ext uri="{FF2B5EF4-FFF2-40B4-BE49-F238E27FC236}">
                <a16:creationId xmlns:a16="http://schemas.microsoft.com/office/drawing/2014/main" id="{832299AC-863C-E71D-3868-4D557DFA81BA}"/>
              </a:ext>
            </a:extLst>
          </p:cNvPr>
          <p:cNvPicPr>
            <a:picLocks noChangeAspect="1"/>
          </p:cNvPicPr>
          <p:nvPr/>
        </p:nvPicPr>
        <p:blipFill>
          <a:blip r:embed="rId3"/>
          <a:stretch>
            <a:fillRect/>
          </a:stretch>
        </p:blipFill>
        <p:spPr>
          <a:xfrm>
            <a:off x="1235232" y="934696"/>
            <a:ext cx="6932347" cy="3747025"/>
          </a:xfrm>
          <a:prstGeom prst="rect">
            <a:avLst/>
          </a:prstGeom>
        </p:spPr>
      </p:pic>
      <p:sp>
        <p:nvSpPr>
          <p:cNvPr id="2" name="L-Shape 1">
            <a:extLst>
              <a:ext uri="{FF2B5EF4-FFF2-40B4-BE49-F238E27FC236}">
                <a16:creationId xmlns:a16="http://schemas.microsoft.com/office/drawing/2014/main" id="{612163A6-34A4-182D-ABFE-F9E61DB0D065}"/>
              </a:ext>
            </a:extLst>
          </p:cNvPr>
          <p:cNvSpPr/>
          <p:nvPr/>
        </p:nvSpPr>
        <p:spPr>
          <a:xfrm rot="5400000">
            <a:off x="5067" y="-5068"/>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Shape 2">
            <a:extLst>
              <a:ext uri="{FF2B5EF4-FFF2-40B4-BE49-F238E27FC236}">
                <a16:creationId xmlns:a16="http://schemas.microsoft.com/office/drawing/2014/main" id="{AEC9CCC1-8632-DC86-3B8D-FE79AC5DD9B5}"/>
              </a:ext>
            </a:extLst>
          </p:cNvPr>
          <p:cNvSpPr/>
          <p:nvPr/>
        </p:nvSpPr>
        <p:spPr>
          <a:xfrm rot="5400000">
            <a:off x="454977" y="443616"/>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47726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Effect transition="in" filter="fade">
                                      <p:cBhvr>
                                        <p:cTn id="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Rectangle 179">
            <a:extLst>
              <a:ext uri="{FF2B5EF4-FFF2-40B4-BE49-F238E27FC236}">
                <a16:creationId xmlns:a16="http://schemas.microsoft.com/office/drawing/2014/main" id="{11069782-32BB-422A-847C-84DC7EBBD744}"/>
              </a:ext>
            </a:extLst>
          </p:cNvPr>
          <p:cNvSpPr>
            <a:spLocks/>
          </p:cNvSpPr>
          <p:nvPr/>
        </p:nvSpPr>
        <p:spPr bwMode="auto">
          <a:xfrm>
            <a:off x="2314220" y="225550"/>
            <a:ext cx="54133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nchor="ctr">
            <a:spAutoFit/>
          </a:bodyPr>
          <a:lstStyle/>
          <a:p>
            <a:pPr algn="ctr"/>
            <a:r>
              <a:rPr lang="en-US" sz="20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rPr>
              <a:t>ARCHITECTURE DE LA SOLUTION PROPOSEE</a:t>
            </a:r>
            <a:endParaRPr lang="en-US" sz="18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endParaRPr>
          </a:p>
        </p:txBody>
      </p:sp>
      <p:sp>
        <p:nvSpPr>
          <p:cNvPr id="181" name="Rectangle 1">
            <a:extLst>
              <a:ext uri="{FF2B5EF4-FFF2-40B4-BE49-F238E27FC236}">
                <a16:creationId xmlns:a16="http://schemas.microsoft.com/office/drawing/2014/main" id="{E48B9C84-1CD2-4D15-8F80-6B5F8B6A43D2}"/>
              </a:ext>
            </a:extLst>
          </p:cNvPr>
          <p:cNvSpPr>
            <a:spLocks/>
          </p:cNvSpPr>
          <p:nvPr/>
        </p:nvSpPr>
        <p:spPr bwMode="auto">
          <a:xfrm>
            <a:off x="3299911" y="14165"/>
            <a:ext cx="2974810"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en-US" sz="1050" spc="82" dirty="0">
                <a:solidFill>
                  <a:schemeClr val="bg1">
                    <a:lumMod val="50000"/>
                  </a:schemeClr>
                </a:solidFill>
                <a:latin typeface="Source Sans Pro" charset="0"/>
                <a:ea typeface="Source Sans Pro" charset="0"/>
                <a:cs typeface="Source Sans Pro" charset="0"/>
                <a:sym typeface="Bebas Neue" charset="0"/>
              </a:rPr>
              <a:t>CONTEXTE DU PROJET</a:t>
            </a:r>
          </a:p>
        </p:txBody>
      </p:sp>
      <p:sp>
        <p:nvSpPr>
          <p:cNvPr id="186" name="L-Shape 185">
            <a:extLst>
              <a:ext uri="{FF2B5EF4-FFF2-40B4-BE49-F238E27FC236}">
                <a16:creationId xmlns:a16="http://schemas.microsoft.com/office/drawing/2014/main" id="{B48285AE-2E9F-47E4-ACC8-26DC03FB0C6F}"/>
              </a:ext>
            </a:extLst>
          </p:cNvPr>
          <p:cNvSpPr/>
          <p:nvPr/>
        </p:nvSpPr>
        <p:spPr>
          <a:xfrm rot="10800000">
            <a:off x="8509883" y="1560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AA9B"/>
              </a:solidFill>
            </a:endParaRPr>
          </a:p>
        </p:txBody>
      </p:sp>
      <p:sp>
        <p:nvSpPr>
          <p:cNvPr id="187" name="L-Shape 186">
            <a:extLst>
              <a:ext uri="{FF2B5EF4-FFF2-40B4-BE49-F238E27FC236}">
                <a16:creationId xmlns:a16="http://schemas.microsoft.com/office/drawing/2014/main" id="{A88D0EED-8B27-4F54-A0B7-C12AD99D3725}"/>
              </a:ext>
            </a:extLst>
          </p:cNvPr>
          <p:cNvSpPr/>
          <p:nvPr/>
        </p:nvSpPr>
        <p:spPr>
          <a:xfrm rot="10800000">
            <a:off x="8509883" y="444235"/>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Rectangle 71">
            <a:extLst>
              <a:ext uri="{FF2B5EF4-FFF2-40B4-BE49-F238E27FC236}">
                <a16:creationId xmlns:a16="http://schemas.microsoft.com/office/drawing/2014/main" id="{C88D4E6E-6DF8-4F3A-8523-ABD502F88036}"/>
              </a:ext>
            </a:extLst>
          </p:cNvPr>
          <p:cNvSpPr/>
          <p:nvPr/>
        </p:nvSpPr>
        <p:spPr>
          <a:xfrm>
            <a:off x="0" y="4780121"/>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AA9B"/>
              </a:solidFill>
            </a:endParaRPr>
          </a:p>
        </p:txBody>
      </p:sp>
      <p:sp>
        <p:nvSpPr>
          <p:cNvPr id="18" name="Rectangle 17">
            <a:extLst>
              <a:ext uri="{FF2B5EF4-FFF2-40B4-BE49-F238E27FC236}">
                <a16:creationId xmlns:a16="http://schemas.microsoft.com/office/drawing/2014/main" id="{11E77256-70DF-57EA-361E-3A715E8DD6DC}"/>
              </a:ext>
            </a:extLst>
          </p:cNvPr>
          <p:cNvSpPr/>
          <p:nvPr/>
        </p:nvSpPr>
        <p:spPr>
          <a:xfrm>
            <a:off x="8772538" y="4780120"/>
            <a:ext cx="371462" cy="378619"/>
          </a:xfrm>
          <a:prstGeom prst="rect">
            <a:avLst/>
          </a:prstGeom>
          <a:solidFill>
            <a:srgbClr val="EF4641"/>
          </a:solidFill>
          <a:ln>
            <a:solidFill>
              <a:srgbClr val="EF46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6" descr="Line PC Icon Office Illustration par purplebubble · Creative Fabrica">
            <a:extLst>
              <a:ext uri="{FF2B5EF4-FFF2-40B4-BE49-F238E27FC236}">
                <a16:creationId xmlns:a16="http://schemas.microsoft.com/office/drawing/2014/main" id="{27484096-574C-7912-E7D8-DF6001C61F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93365" y="1596004"/>
            <a:ext cx="2333406" cy="1552776"/>
          </a:xfrm>
          <a:prstGeom prst="rect">
            <a:avLst/>
          </a:prstGeom>
          <a:noFill/>
          <a:extLst>
            <a:ext uri="{909E8E84-426E-40DD-AFC4-6F175D3DCCD1}">
              <a14:hiddenFill xmlns:a14="http://schemas.microsoft.com/office/drawing/2010/main">
                <a:solidFill>
                  <a:srgbClr val="FFFFFF"/>
                </a:solidFill>
              </a14:hiddenFill>
            </a:ext>
          </a:extLst>
        </p:spPr>
      </p:pic>
      <p:sp>
        <p:nvSpPr>
          <p:cNvPr id="64" name="TextBox 17">
            <a:extLst>
              <a:ext uri="{FF2B5EF4-FFF2-40B4-BE49-F238E27FC236}">
                <a16:creationId xmlns:a16="http://schemas.microsoft.com/office/drawing/2014/main" id="{1A4C5B73-CA8E-0983-F459-C1C88F108D94}"/>
              </a:ext>
            </a:extLst>
          </p:cNvPr>
          <p:cNvSpPr txBox="1"/>
          <p:nvPr/>
        </p:nvSpPr>
        <p:spPr>
          <a:xfrm>
            <a:off x="22479" y="4867564"/>
            <a:ext cx="697957" cy="261610"/>
          </a:xfrm>
          <a:prstGeom prst="rect">
            <a:avLst/>
          </a:prstGeom>
          <a:noFill/>
        </p:spPr>
        <p:txBody>
          <a:bodyPr wrap="square">
            <a:spAutoFit/>
          </a:bodyPr>
          <a:lstStyle/>
          <a:p>
            <a:pPr algn="r" rtl="0">
              <a:spcBef>
                <a:spcPts val="0"/>
              </a:spcBef>
              <a:spcAft>
                <a:spcPts val="0"/>
              </a:spcAft>
            </a:pPr>
            <a:r>
              <a:rPr lang="fr-FR" sz="900" b="1" dirty="0">
                <a:solidFill>
                  <a:srgbClr val="464646"/>
                </a:solidFill>
                <a:latin typeface="Calibri" panose="020F0502020204030204" pitchFamily="34" charset="0"/>
              </a:rPr>
              <a:t>9</a:t>
            </a:r>
            <a:r>
              <a:rPr lang="fr-FR" sz="1100" b="1" dirty="0">
                <a:solidFill>
                  <a:srgbClr val="0F4C81"/>
                </a:solidFill>
              </a:rPr>
              <a:t> |</a:t>
            </a:r>
            <a:endParaRPr lang="en-US" sz="900" dirty="0"/>
          </a:p>
        </p:txBody>
      </p:sp>
      <p:sp>
        <p:nvSpPr>
          <p:cNvPr id="44" name="ZoneTexte 43">
            <a:extLst>
              <a:ext uri="{FF2B5EF4-FFF2-40B4-BE49-F238E27FC236}">
                <a16:creationId xmlns:a16="http://schemas.microsoft.com/office/drawing/2014/main" id="{718B60DE-4DC3-B2D0-F889-B4AE8346C368}"/>
              </a:ext>
            </a:extLst>
          </p:cNvPr>
          <p:cNvSpPr txBox="1"/>
          <p:nvPr/>
        </p:nvSpPr>
        <p:spPr>
          <a:xfrm>
            <a:off x="1501698" y="3692882"/>
            <a:ext cx="1638666" cy="307777"/>
          </a:xfrm>
          <a:prstGeom prst="rect">
            <a:avLst/>
          </a:prstGeom>
        </p:spPr>
        <p:style>
          <a:lnRef idx="1">
            <a:schemeClr val="accent5"/>
          </a:lnRef>
          <a:fillRef idx="3">
            <a:schemeClr val="accent5"/>
          </a:fillRef>
          <a:effectRef idx="2">
            <a:schemeClr val="accent5"/>
          </a:effectRef>
          <a:fontRef idx="minor">
            <a:schemeClr val="lt1"/>
          </a:fontRef>
        </p:style>
        <p:txBody>
          <a:bodyPr wrap="square">
            <a:spAutoFit/>
          </a:bodyPr>
          <a:lstStyle/>
          <a:p>
            <a:r>
              <a:rPr lang="fr-FR" b="1" dirty="0">
                <a:effectLst>
                  <a:outerShdw blurRad="38100" dist="38100" dir="2700000" algn="tl">
                    <a:srgbClr val="000000">
                      <a:alpha val="43137"/>
                    </a:srgbClr>
                  </a:outerShdw>
                </a:effectLst>
              </a:rPr>
              <a:t>Carte embarquée</a:t>
            </a:r>
          </a:p>
        </p:txBody>
      </p:sp>
      <p:sp>
        <p:nvSpPr>
          <p:cNvPr id="47" name="ZoneTexte 46">
            <a:extLst>
              <a:ext uri="{FF2B5EF4-FFF2-40B4-BE49-F238E27FC236}">
                <a16:creationId xmlns:a16="http://schemas.microsoft.com/office/drawing/2014/main" id="{83EC714B-F4EA-7509-E56F-5F16D0677247}"/>
              </a:ext>
            </a:extLst>
          </p:cNvPr>
          <p:cNvSpPr txBox="1"/>
          <p:nvPr/>
        </p:nvSpPr>
        <p:spPr>
          <a:xfrm>
            <a:off x="4524661" y="868186"/>
            <a:ext cx="889290" cy="307777"/>
          </a:xfrm>
          <a:prstGeom prst="rect">
            <a:avLst/>
          </a:prstGeom>
        </p:spPr>
        <p:style>
          <a:lnRef idx="1">
            <a:schemeClr val="accent5"/>
          </a:lnRef>
          <a:fillRef idx="3">
            <a:schemeClr val="accent5"/>
          </a:fillRef>
          <a:effectRef idx="2">
            <a:schemeClr val="accent5"/>
          </a:effectRef>
          <a:fontRef idx="minor">
            <a:schemeClr val="lt1"/>
          </a:fontRef>
        </p:style>
        <p:txBody>
          <a:bodyPr wrap="square">
            <a:spAutoFit/>
          </a:bodyPr>
          <a:lstStyle/>
          <a:p>
            <a:r>
              <a:rPr lang="fr-FR" b="1" dirty="0">
                <a:effectLst>
                  <a:outerShdw blurRad="38100" dist="38100" dir="2700000" algn="tl">
                    <a:srgbClr val="000000">
                      <a:alpha val="43137"/>
                    </a:srgbClr>
                  </a:outerShdw>
                </a:effectLst>
              </a:rPr>
              <a:t>Routeur</a:t>
            </a:r>
          </a:p>
        </p:txBody>
      </p:sp>
      <p:sp>
        <p:nvSpPr>
          <p:cNvPr id="48" name="ZoneTexte 47">
            <a:extLst>
              <a:ext uri="{FF2B5EF4-FFF2-40B4-BE49-F238E27FC236}">
                <a16:creationId xmlns:a16="http://schemas.microsoft.com/office/drawing/2014/main" id="{923C7404-38DB-1E09-B45E-92AD98E5DFAA}"/>
              </a:ext>
            </a:extLst>
          </p:cNvPr>
          <p:cNvSpPr txBox="1"/>
          <p:nvPr/>
        </p:nvSpPr>
        <p:spPr>
          <a:xfrm>
            <a:off x="7514981" y="3173894"/>
            <a:ext cx="1062000" cy="307777"/>
          </a:xfrm>
          <a:prstGeom prst="rect">
            <a:avLst/>
          </a:prstGeom>
        </p:spPr>
        <p:style>
          <a:lnRef idx="1">
            <a:schemeClr val="accent5"/>
          </a:lnRef>
          <a:fillRef idx="3">
            <a:schemeClr val="accent5"/>
          </a:fillRef>
          <a:effectRef idx="2">
            <a:schemeClr val="accent5"/>
          </a:effectRef>
          <a:fontRef idx="minor">
            <a:schemeClr val="lt1"/>
          </a:fontRef>
        </p:style>
        <p:txBody>
          <a:bodyPr wrap="square">
            <a:spAutoFit/>
          </a:bodyPr>
          <a:lstStyle/>
          <a:p>
            <a:r>
              <a:rPr lang="fr-FR" b="1" dirty="0">
                <a:effectLst>
                  <a:outerShdw blurRad="38100" dist="38100" dir="2700000" algn="tl">
                    <a:srgbClr val="000000">
                      <a:alpha val="43137"/>
                    </a:srgbClr>
                  </a:outerShdw>
                </a:effectLst>
              </a:rPr>
              <a:t>Utilisateur</a:t>
            </a:r>
          </a:p>
        </p:txBody>
      </p:sp>
      <p:sp>
        <p:nvSpPr>
          <p:cNvPr id="49" name="ZoneTexte 48">
            <a:extLst>
              <a:ext uri="{FF2B5EF4-FFF2-40B4-BE49-F238E27FC236}">
                <a16:creationId xmlns:a16="http://schemas.microsoft.com/office/drawing/2014/main" id="{5734CCAD-3FDA-CC73-6E69-017FC625B8E2}"/>
              </a:ext>
            </a:extLst>
          </p:cNvPr>
          <p:cNvSpPr txBox="1"/>
          <p:nvPr/>
        </p:nvSpPr>
        <p:spPr>
          <a:xfrm>
            <a:off x="4142112" y="4801717"/>
            <a:ext cx="1673876" cy="307777"/>
          </a:xfrm>
          <a:prstGeom prst="rect">
            <a:avLst/>
          </a:prstGeom>
        </p:spPr>
        <p:style>
          <a:lnRef idx="1">
            <a:schemeClr val="accent5"/>
          </a:lnRef>
          <a:fillRef idx="3">
            <a:schemeClr val="accent5"/>
          </a:fillRef>
          <a:effectRef idx="2">
            <a:schemeClr val="accent5"/>
          </a:effectRef>
          <a:fontRef idx="minor">
            <a:schemeClr val="lt1"/>
          </a:fontRef>
        </p:style>
        <p:txBody>
          <a:bodyPr wrap="square">
            <a:spAutoFit/>
          </a:bodyPr>
          <a:lstStyle/>
          <a:p>
            <a:r>
              <a:rPr lang="fr-FR" b="1" dirty="0">
                <a:effectLst>
                  <a:outerShdw blurRad="38100" dist="38100" dir="2700000" algn="tl">
                    <a:srgbClr val="000000">
                      <a:alpha val="43137"/>
                    </a:srgbClr>
                  </a:outerShdw>
                </a:effectLst>
              </a:rPr>
              <a:t>Machine Virtuelle</a:t>
            </a:r>
          </a:p>
        </p:txBody>
      </p:sp>
      <p:pic>
        <p:nvPicPr>
          <p:cNvPr id="3" name="Picture 2" descr="A close-up of a circuit board&#10;&#10;Description automatically generated with medium confidence">
            <a:extLst>
              <a:ext uri="{FF2B5EF4-FFF2-40B4-BE49-F238E27FC236}">
                <a16:creationId xmlns:a16="http://schemas.microsoft.com/office/drawing/2014/main" id="{6FFA89FB-8986-30FE-0B7E-EDFC1EC46366}"/>
              </a:ext>
            </a:extLst>
          </p:cNvPr>
          <p:cNvPicPr>
            <a:picLocks noChangeAspect="1"/>
          </p:cNvPicPr>
          <p:nvPr/>
        </p:nvPicPr>
        <p:blipFill>
          <a:blip r:embed="rId4"/>
          <a:stretch>
            <a:fillRect/>
          </a:stretch>
        </p:blipFill>
        <p:spPr>
          <a:xfrm>
            <a:off x="1658897" y="1611011"/>
            <a:ext cx="1250466" cy="1910968"/>
          </a:xfrm>
          <a:prstGeom prst="rect">
            <a:avLst/>
          </a:prstGeom>
        </p:spPr>
      </p:pic>
      <p:pic>
        <p:nvPicPr>
          <p:cNvPr id="6" name="Picture 5" descr="A picture containing text, electronics&#10;&#10;Description automatically generated">
            <a:extLst>
              <a:ext uri="{FF2B5EF4-FFF2-40B4-BE49-F238E27FC236}">
                <a16:creationId xmlns:a16="http://schemas.microsoft.com/office/drawing/2014/main" id="{87499F20-9B5E-2041-4865-DB53B31FD59A}"/>
              </a:ext>
            </a:extLst>
          </p:cNvPr>
          <p:cNvPicPr>
            <a:picLocks noChangeAspect="1"/>
          </p:cNvPicPr>
          <p:nvPr/>
        </p:nvPicPr>
        <p:blipFill>
          <a:blip r:embed="rId5"/>
          <a:stretch>
            <a:fillRect/>
          </a:stretch>
        </p:blipFill>
        <p:spPr>
          <a:xfrm>
            <a:off x="194598" y="1596004"/>
            <a:ext cx="1757984" cy="1462848"/>
          </a:xfrm>
          <a:prstGeom prst="rect">
            <a:avLst/>
          </a:prstGeom>
        </p:spPr>
      </p:pic>
      <p:pic>
        <p:nvPicPr>
          <p:cNvPr id="8" name="Picture 7" descr="A picture containing black, darkness&#10;&#10;Description automatically generated">
            <a:extLst>
              <a:ext uri="{FF2B5EF4-FFF2-40B4-BE49-F238E27FC236}">
                <a16:creationId xmlns:a16="http://schemas.microsoft.com/office/drawing/2014/main" id="{88E9952A-C775-F796-184D-516F885CC510}"/>
              </a:ext>
            </a:extLst>
          </p:cNvPr>
          <p:cNvPicPr>
            <a:picLocks noChangeAspect="1"/>
          </p:cNvPicPr>
          <p:nvPr/>
        </p:nvPicPr>
        <p:blipFill>
          <a:blip r:embed="rId6"/>
          <a:stretch>
            <a:fillRect/>
          </a:stretch>
        </p:blipFill>
        <p:spPr>
          <a:xfrm>
            <a:off x="4331795" y="1152784"/>
            <a:ext cx="1210777" cy="1210777"/>
          </a:xfrm>
          <a:prstGeom prst="rect">
            <a:avLst/>
          </a:prstGeom>
        </p:spPr>
      </p:pic>
      <p:cxnSp>
        <p:nvCxnSpPr>
          <p:cNvPr id="31" name="Straight Arrow Connector 30">
            <a:extLst>
              <a:ext uri="{FF2B5EF4-FFF2-40B4-BE49-F238E27FC236}">
                <a16:creationId xmlns:a16="http://schemas.microsoft.com/office/drawing/2014/main" id="{0E15499E-E1F5-89C5-38FF-B1C17CF7ECE3}"/>
              </a:ext>
            </a:extLst>
          </p:cNvPr>
          <p:cNvCxnSpPr>
            <a:cxnSpLocks/>
            <a:stCxn id="3" idx="3"/>
            <a:endCxn id="8" idx="1"/>
          </p:cNvCxnSpPr>
          <p:nvPr/>
        </p:nvCxnSpPr>
        <p:spPr>
          <a:xfrm flipV="1">
            <a:off x="2909363" y="1758173"/>
            <a:ext cx="1422432" cy="808322"/>
          </a:xfrm>
          <a:prstGeom prst="straightConnector1">
            <a:avLst/>
          </a:prstGeom>
          <a:ln>
            <a:headEnd type="triangle"/>
            <a:tailEnd type="triangle"/>
          </a:ln>
        </p:spPr>
        <p:style>
          <a:lnRef idx="2">
            <a:schemeClr val="accent4"/>
          </a:lnRef>
          <a:fillRef idx="0">
            <a:schemeClr val="accent4"/>
          </a:fillRef>
          <a:effectRef idx="1">
            <a:schemeClr val="accent4"/>
          </a:effectRef>
          <a:fontRef idx="minor">
            <a:schemeClr val="tx1"/>
          </a:fontRef>
        </p:style>
      </p:cxnSp>
      <p:sp>
        <p:nvSpPr>
          <p:cNvPr id="33" name="ZoneTexte 43">
            <a:extLst>
              <a:ext uri="{FF2B5EF4-FFF2-40B4-BE49-F238E27FC236}">
                <a16:creationId xmlns:a16="http://schemas.microsoft.com/office/drawing/2014/main" id="{F21549E5-425C-3D1D-125C-FF65FF058AFA}"/>
              </a:ext>
            </a:extLst>
          </p:cNvPr>
          <p:cNvSpPr txBox="1"/>
          <p:nvPr/>
        </p:nvSpPr>
        <p:spPr>
          <a:xfrm>
            <a:off x="425790" y="1258975"/>
            <a:ext cx="868130" cy="307777"/>
          </a:xfrm>
          <a:prstGeom prst="rect">
            <a:avLst/>
          </a:prstGeom>
        </p:spPr>
        <p:style>
          <a:lnRef idx="1">
            <a:schemeClr val="accent5"/>
          </a:lnRef>
          <a:fillRef idx="3">
            <a:schemeClr val="accent5"/>
          </a:fillRef>
          <a:effectRef idx="2">
            <a:schemeClr val="accent5"/>
          </a:effectRef>
          <a:fontRef idx="minor">
            <a:schemeClr val="lt1"/>
          </a:fontRef>
        </p:style>
        <p:txBody>
          <a:bodyPr wrap="square">
            <a:spAutoFit/>
          </a:bodyPr>
          <a:lstStyle/>
          <a:p>
            <a:r>
              <a:rPr lang="fr-FR" b="1" dirty="0">
                <a:effectLst>
                  <a:outerShdw blurRad="38100" dist="38100" dir="2700000" algn="tl">
                    <a:srgbClr val="000000">
                      <a:alpha val="43137"/>
                    </a:srgbClr>
                  </a:outerShdw>
                </a:effectLst>
              </a:rPr>
              <a:t>Caméra</a:t>
            </a:r>
          </a:p>
        </p:txBody>
      </p:sp>
      <p:cxnSp>
        <p:nvCxnSpPr>
          <p:cNvPr id="41" name="Straight Arrow Connector 40">
            <a:extLst>
              <a:ext uri="{FF2B5EF4-FFF2-40B4-BE49-F238E27FC236}">
                <a16:creationId xmlns:a16="http://schemas.microsoft.com/office/drawing/2014/main" id="{0BDC346B-A60F-72EF-0643-9769B3BA5407}"/>
              </a:ext>
            </a:extLst>
          </p:cNvPr>
          <p:cNvCxnSpPr>
            <a:cxnSpLocks/>
            <a:stCxn id="8" idx="3"/>
          </p:cNvCxnSpPr>
          <p:nvPr/>
        </p:nvCxnSpPr>
        <p:spPr>
          <a:xfrm>
            <a:off x="5542572" y="1758173"/>
            <a:ext cx="1464299" cy="747781"/>
          </a:xfrm>
          <a:prstGeom prst="straightConnector1">
            <a:avLst/>
          </a:prstGeom>
          <a:ln>
            <a:headEnd type="triangle"/>
            <a:tailEnd type="triangle"/>
          </a:ln>
        </p:spPr>
        <p:style>
          <a:lnRef idx="2">
            <a:schemeClr val="accent4"/>
          </a:lnRef>
          <a:fillRef idx="0">
            <a:schemeClr val="accent4"/>
          </a:fillRef>
          <a:effectRef idx="1">
            <a:schemeClr val="accent4"/>
          </a:effectRef>
          <a:fontRef idx="minor">
            <a:schemeClr val="tx1"/>
          </a:fontRef>
        </p:style>
      </p:cxnSp>
      <p:cxnSp>
        <p:nvCxnSpPr>
          <p:cNvPr id="50" name="Straight Arrow Connector 49">
            <a:extLst>
              <a:ext uri="{FF2B5EF4-FFF2-40B4-BE49-F238E27FC236}">
                <a16:creationId xmlns:a16="http://schemas.microsoft.com/office/drawing/2014/main" id="{6EACA65A-8A77-FF93-C450-7D8660C3A01E}"/>
              </a:ext>
            </a:extLst>
          </p:cNvPr>
          <p:cNvCxnSpPr>
            <a:cxnSpLocks/>
          </p:cNvCxnSpPr>
          <p:nvPr/>
        </p:nvCxnSpPr>
        <p:spPr>
          <a:xfrm>
            <a:off x="4937184" y="2333041"/>
            <a:ext cx="0" cy="466907"/>
          </a:xfrm>
          <a:prstGeom prst="straightConnector1">
            <a:avLst/>
          </a:prstGeom>
          <a:ln>
            <a:headEnd type="triangle"/>
            <a:tailEnd type="triangle"/>
          </a:ln>
        </p:spPr>
        <p:style>
          <a:lnRef idx="2">
            <a:schemeClr val="accent4"/>
          </a:lnRef>
          <a:fillRef idx="0">
            <a:schemeClr val="accent4"/>
          </a:fillRef>
          <a:effectRef idx="1">
            <a:schemeClr val="accent4"/>
          </a:effectRef>
          <a:fontRef idx="minor">
            <a:schemeClr val="tx1"/>
          </a:fontRef>
        </p:style>
      </p:cxnSp>
      <p:pic>
        <p:nvPicPr>
          <p:cNvPr id="54" name="Picture 53" descr="A picture containing circle, black and white, astronomy, design&#10;&#10;Description automatically generated">
            <a:extLst>
              <a:ext uri="{FF2B5EF4-FFF2-40B4-BE49-F238E27FC236}">
                <a16:creationId xmlns:a16="http://schemas.microsoft.com/office/drawing/2014/main" id="{6D51AE79-7AC8-7E94-D6D9-B0855445A7A4}"/>
              </a:ext>
            </a:extLst>
          </p:cNvPr>
          <p:cNvPicPr>
            <a:picLocks noChangeAspect="1"/>
          </p:cNvPicPr>
          <p:nvPr/>
        </p:nvPicPr>
        <p:blipFill>
          <a:blip r:embed="rId7"/>
          <a:stretch>
            <a:fillRect/>
          </a:stretch>
        </p:blipFill>
        <p:spPr>
          <a:xfrm>
            <a:off x="4641998" y="2818298"/>
            <a:ext cx="590375" cy="609018"/>
          </a:xfrm>
          <a:prstGeom prst="rect">
            <a:avLst/>
          </a:prstGeom>
        </p:spPr>
      </p:pic>
      <p:pic>
        <p:nvPicPr>
          <p:cNvPr id="58" name="Picture 57" descr="A picture containing sketch, graphics, diagram, design&#10;&#10;Description automatically generated">
            <a:extLst>
              <a:ext uri="{FF2B5EF4-FFF2-40B4-BE49-F238E27FC236}">
                <a16:creationId xmlns:a16="http://schemas.microsoft.com/office/drawing/2014/main" id="{1566B984-1644-8298-D6D2-A863DE02FDFE}"/>
              </a:ext>
            </a:extLst>
          </p:cNvPr>
          <p:cNvPicPr>
            <a:picLocks noChangeAspect="1"/>
          </p:cNvPicPr>
          <p:nvPr/>
        </p:nvPicPr>
        <p:blipFill>
          <a:blip r:embed="rId8"/>
          <a:stretch>
            <a:fillRect/>
          </a:stretch>
        </p:blipFill>
        <p:spPr>
          <a:xfrm>
            <a:off x="4396709" y="3956610"/>
            <a:ext cx="1080951" cy="845107"/>
          </a:xfrm>
          <a:prstGeom prst="rect">
            <a:avLst/>
          </a:prstGeom>
        </p:spPr>
      </p:pic>
      <p:cxnSp>
        <p:nvCxnSpPr>
          <p:cNvPr id="59" name="Straight Arrow Connector 58">
            <a:extLst>
              <a:ext uri="{FF2B5EF4-FFF2-40B4-BE49-F238E27FC236}">
                <a16:creationId xmlns:a16="http://schemas.microsoft.com/office/drawing/2014/main" id="{F2A95635-BB95-81F2-1F2B-66F85DDFFF9D}"/>
              </a:ext>
            </a:extLst>
          </p:cNvPr>
          <p:cNvCxnSpPr>
            <a:cxnSpLocks/>
          </p:cNvCxnSpPr>
          <p:nvPr/>
        </p:nvCxnSpPr>
        <p:spPr>
          <a:xfrm>
            <a:off x="4937184" y="3433800"/>
            <a:ext cx="0" cy="466907"/>
          </a:xfrm>
          <a:prstGeom prst="straightConnector1">
            <a:avLst/>
          </a:prstGeom>
          <a:ln>
            <a:headEnd type="triangle"/>
            <a:tailEnd type="triangle"/>
          </a:ln>
        </p:spPr>
        <p:style>
          <a:lnRef idx="2">
            <a:schemeClr val="accent4"/>
          </a:lnRef>
          <a:fillRef idx="0">
            <a:schemeClr val="accent4"/>
          </a:fillRef>
          <a:effectRef idx="1">
            <a:schemeClr val="accent4"/>
          </a:effectRef>
          <a:fontRef idx="minor">
            <a:schemeClr val="tx1"/>
          </a:fontRef>
        </p:style>
      </p:cxnSp>
      <p:sp>
        <p:nvSpPr>
          <p:cNvPr id="4" name="L-Shape 3">
            <a:extLst>
              <a:ext uri="{FF2B5EF4-FFF2-40B4-BE49-F238E27FC236}">
                <a16:creationId xmlns:a16="http://schemas.microsoft.com/office/drawing/2014/main" id="{BE5C6B3B-18C6-527A-B78C-F6AED7F7005F}"/>
              </a:ext>
            </a:extLst>
          </p:cNvPr>
          <p:cNvSpPr/>
          <p:nvPr/>
        </p:nvSpPr>
        <p:spPr>
          <a:xfrm rot="5400000">
            <a:off x="5067" y="-5068"/>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L-Shape 4">
            <a:extLst>
              <a:ext uri="{FF2B5EF4-FFF2-40B4-BE49-F238E27FC236}">
                <a16:creationId xmlns:a16="http://schemas.microsoft.com/office/drawing/2014/main" id="{2C90A9A6-1D00-3781-57E5-6EBEC52B8153}"/>
              </a:ext>
            </a:extLst>
          </p:cNvPr>
          <p:cNvSpPr/>
          <p:nvPr/>
        </p:nvSpPr>
        <p:spPr>
          <a:xfrm rot="5400000">
            <a:off x="454977" y="443616"/>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0620469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 calcmode="lin" valueType="num">
                                      <p:cBhvr>
                                        <p:cTn id="7" dur="500" fill="hold"/>
                                        <p:tgtEl>
                                          <p:spTgt spid="44"/>
                                        </p:tgtEl>
                                        <p:attrNameLst>
                                          <p:attrName>ppt_w</p:attrName>
                                        </p:attrNameLst>
                                      </p:cBhvr>
                                      <p:tavLst>
                                        <p:tav tm="0">
                                          <p:val>
                                            <p:fltVal val="0"/>
                                          </p:val>
                                        </p:tav>
                                        <p:tav tm="100000">
                                          <p:val>
                                            <p:strVal val="#ppt_w"/>
                                          </p:val>
                                        </p:tav>
                                      </p:tavLst>
                                    </p:anim>
                                    <p:anim calcmode="lin" valueType="num">
                                      <p:cBhvr>
                                        <p:cTn id="8" dur="500" fill="hold"/>
                                        <p:tgtEl>
                                          <p:spTgt spid="44"/>
                                        </p:tgtEl>
                                        <p:attrNameLst>
                                          <p:attrName>ppt_h</p:attrName>
                                        </p:attrNameLst>
                                      </p:cBhvr>
                                      <p:tavLst>
                                        <p:tav tm="0">
                                          <p:val>
                                            <p:fltVal val="0"/>
                                          </p:val>
                                        </p:tav>
                                        <p:tav tm="100000">
                                          <p:val>
                                            <p:strVal val="#ppt_h"/>
                                          </p:val>
                                        </p:tav>
                                      </p:tavLst>
                                    </p:anim>
                                    <p:animEffect transition="in" filter="fade">
                                      <p:cBhvr>
                                        <p:cTn id="9" dur="500"/>
                                        <p:tgtEl>
                                          <p:spTgt spid="44"/>
                                        </p:tgtEl>
                                      </p:cBhvr>
                                    </p:animEffect>
                                  </p:childTnLst>
                                </p:cTn>
                              </p:par>
                              <p:par>
                                <p:cTn id="10" presetID="53" presetClass="entr" presetSubtype="16"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16"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ppt_w</p:attrName>
                                        </p:attrNameLst>
                                      </p:cBhvr>
                                      <p:tavLst>
                                        <p:tav tm="0">
                                          <p:val>
                                            <p:fltVal val="0"/>
                                          </p:val>
                                        </p:tav>
                                        <p:tav tm="100000">
                                          <p:val>
                                            <p:strVal val="#ppt_w"/>
                                          </p:val>
                                        </p:tav>
                                      </p:tavLst>
                                    </p:anim>
                                    <p:anim calcmode="lin" valueType="num">
                                      <p:cBhvr>
                                        <p:cTn id="18" dur="500" fill="hold"/>
                                        <p:tgtEl>
                                          <p:spTgt spid="6"/>
                                        </p:tgtEl>
                                        <p:attrNameLst>
                                          <p:attrName>ppt_h</p:attrName>
                                        </p:attrNameLst>
                                      </p:cBhvr>
                                      <p:tavLst>
                                        <p:tav tm="0">
                                          <p:val>
                                            <p:fltVal val="0"/>
                                          </p:val>
                                        </p:tav>
                                        <p:tav tm="100000">
                                          <p:val>
                                            <p:strVal val="#ppt_h"/>
                                          </p:val>
                                        </p:tav>
                                      </p:tavLst>
                                    </p:anim>
                                    <p:animEffect transition="in" filter="fade">
                                      <p:cBhvr>
                                        <p:cTn id="19" dur="500"/>
                                        <p:tgtEl>
                                          <p:spTgt spid="6"/>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33"/>
                                        </p:tgtEl>
                                        <p:attrNameLst>
                                          <p:attrName>style.visibility</p:attrName>
                                        </p:attrNameLst>
                                      </p:cBhvr>
                                      <p:to>
                                        <p:strVal val="visible"/>
                                      </p:to>
                                    </p:set>
                                    <p:anim calcmode="lin" valueType="num">
                                      <p:cBhvr>
                                        <p:cTn id="22" dur="500" fill="hold"/>
                                        <p:tgtEl>
                                          <p:spTgt spid="33"/>
                                        </p:tgtEl>
                                        <p:attrNameLst>
                                          <p:attrName>ppt_w</p:attrName>
                                        </p:attrNameLst>
                                      </p:cBhvr>
                                      <p:tavLst>
                                        <p:tav tm="0">
                                          <p:val>
                                            <p:fltVal val="0"/>
                                          </p:val>
                                        </p:tav>
                                        <p:tav tm="100000">
                                          <p:val>
                                            <p:strVal val="#ppt_w"/>
                                          </p:val>
                                        </p:tav>
                                      </p:tavLst>
                                    </p:anim>
                                    <p:anim calcmode="lin" valueType="num">
                                      <p:cBhvr>
                                        <p:cTn id="23" dur="500" fill="hold"/>
                                        <p:tgtEl>
                                          <p:spTgt spid="33"/>
                                        </p:tgtEl>
                                        <p:attrNameLst>
                                          <p:attrName>ppt_h</p:attrName>
                                        </p:attrNameLst>
                                      </p:cBhvr>
                                      <p:tavLst>
                                        <p:tav tm="0">
                                          <p:val>
                                            <p:fltVal val="0"/>
                                          </p:val>
                                        </p:tav>
                                        <p:tav tm="100000">
                                          <p:val>
                                            <p:strVal val="#ppt_h"/>
                                          </p:val>
                                        </p:tav>
                                      </p:tavLst>
                                    </p:anim>
                                    <p:animEffect transition="in" filter="fade">
                                      <p:cBhvr>
                                        <p:cTn id="24" dur="500"/>
                                        <p:tgtEl>
                                          <p:spTgt spid="33"/>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 calcmode="lin" valueType="num">
                                      <p:cBhvr>
                                        <p:cTn id="29" dur="500" fill="hold"/>
                                        <p:tgtEl>
                                          <p:spTgt spid="26"/>
                                        </p:tgtEl>
                                        <p:attrNameLst>
                                          <p:attrName>ppt_w</p:attrName>
                                        </p:attrNameLst>
                                      </p:cBhvr>
                                      <p:tavLst>
                                        <p:tav tm="0">
                                          <p:val>
                                            <p:fltVal val="0"/>
                                          </p:val>
                                        </p:tav>
                                        <p:tav tm="100000">
                                          <p:val>
                                            <p:strVal val="#ppt_w"/>
                                          </p:val>
                                        </p:tav>
                                      </p:tavLst>
                                    </p:anim>
                                    <p:anim calcmode="lin" valueType="num">
                                      <p:cBhvr>
                                        <p:cTn id="30" dur="500" fill="hold"/>
                                        <p:tgtEl>
                                          <p:spTgt spid="26"/>
                                        </p:tgtEl>
                                        <p:attrNameLst>
                                          <p:attrName>ppt_h</p:attrName>
                                        </p:attrNameLst>
                                      </p:cBhvr>
                                      <p:tavLst>
                                        <p:tav tm="0">
                                          <p:val>
                                            <p:fltVal val="0"/>
                                          </p:val>
                                        </p:tav>
                                        <p:tav tm="100000">
                                          <p:val>
                                            <p:strVal val="#ppt_h"/>
                                          </p:val>
                                        </p:tav>
                                      </p:tavLst>
                                    </p:anim>
                                    <p:animEffect transition="in" filter="fade">
                                      <p:cBhvr>
                                        <p:cTn id="31" dur="500"/>
                                        <p:tgtEl>
                                          <p:spTgt spid="26"/>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48"/>
                                        </p:tgtEl>
                                        <p:attrNameLst>
                                          <p:attrName>style.visibility</p:attrName>
                                        </p:attrNameLst>
                                      </p:cBhvr>
                                      <p:to>
                                        <p:strVal val="visible"/>
                                      </p:to>
                                    </p:set>
                                    <p:anim calcmode="lin" valueType="num">
                                      <p:cBhvr>
                                        <p:cTn id="34" dur="500" fill="hold"/>
                                        <p:tgtEl>
                                          <p:spTgt spid="48"/>
                                        </p:tgtEl>
                                        <p:attrNameLst>
                                          <p:attrName>ppt_w</p:attrName>
                                        </p:attrNameLst>
                                      </p:cBhvr>
                                      <p:tavLst>
                                        <p:tav tm="0">
                                          <p:val>
                                            <p:fltVal val="0"/>
                                          </p:val>
                                        </p:tav>
                                        <p:tav tm="100000">
                                          <p:val>
                                            <p:strVal val="#ppt_w"/>
                                          </p:val>
                                        </p:tav>
                                      </p:tavLst>
                                    </p:anim>
                                    <p:anim calcmode="lin" valueType="num">
                                      <p:cBhvr>
                                        <p:cTn id="35" dur="500" fill="hold"/>
                                        <p:tgtEl>
                                          <p:spTgt spid="48"/>
                                        </p:tgtEl>
                                        <p:attrNameLst>
                                          <p:attrName>ppt_h</p:attrName>
                                        </p:attrNameLst>
                                      </p:cBhvr>
                                      <p:tavLst>
                                        <p:tav tm="0">
                                          <p:val>
                                            <p:fltVal val="0"/>
                                          </p:val>
                                        </p:tav>
                                        <p:tav tm="100000">
                                          <p:val>
                                            <p:strVal val="#ppt_h"/>
                                          </p:val>
                                        </p:tav>
                                      </p:tavLst>
                                    </p:anim>
                                    <p:animEffect transition="in" filter="fade">
                                      <p:cBhvr>
                                        <p:cTn id="36" dur="500"/>
                                        <p:tgtEl>
                                          <p:spTgt spid="48"/>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41"/>
                                        </p:tgtEl>
                                        <p:attrNameLst>
                                          <p:attrName>style.visibility</p:attrName>
                                        </p:attrNameLst>
                                      </p:cBhvr>
                                      <p:to>
                                        <p:strVal val="visible"/>
                                      </p:to>
                                    </p:set>
                                    <p:animEffect transition="in" filter="fade">
                                      <p:cBhvr>
                                        <p:cTn id="41" dur="500"/>
                                        <p:tgtEl>
                                          <p:spTgt spid="41"/>
                                        </p:tgtEl>
                                      </p:cBhvr>
                                    </p:animEffect>
                                  </p:childTnLst>
                                </p:cTn>
                              </p:par>
                              <p:par>
                                <p:cTn id="42" presetID="10" presetClass="entr" presetSubtype="0" fill="hold" nodeType="withEffect">
                                  <p:stCondLst>
                                    <p:cond delay="0"/>
                                  </p:stCondLst>
                                  <p:childTnLst>
                                    <p:set>
                                      <p:cBhvr>
                                        <p:cTn id="43" dur="1" fill="hold">
                                          <p:stCondLst>
                                            <p:cond delay="0"/>
                                          </p:stCondLst>
                                        </p:cTn>
                                        <p:tgtEl>
                                          <p:spTgt spid="8"/>
                                        </p:tgtEl>
                                        <p:attrNameLst>
                                          <p:attrName>style.visibility</p:attrName>
                                        </p:attrNameLst>
                                      </p:cBhvr>
                                      <p:to>
                                        <p:strVal val="visible"/>
                                      </p:to>
                                    </p:set>
                                    <p:animEffect transition="in" filter="fade">
                                      <p:cBhvr>
                                        <p:cTn id="44" dur="500"/>
                                        <p:tgtEl>
                                          <p:spTgt spid="8"/>
                                        </p:tgtEl>
                                      </p:cBhvr>
                                    </p:animEffect>
                                  </p:childTnLst>
                                </p:cTn>
                              </p:par>
                              <p:par>
                                <p:cTn id="45" presetID="10" presetClass="entr" presetSubtype="0" fill="hold" nodeType="with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fade">
                                      <p:cBhvr>
                                        <p:cTn id="47" dur="500"/>
                                        <p:tgtEl>
                                          <p:spTgt spid="31"/>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7"/>
                                        </p:tgtEl>
                                        <p:attrNameLst>
                                          <p:attrName>style.visibility</p:attrName>
                                        </p:attrNameLst>
                                      </p:cBhvr>
                                      <p:to>
                                        <p:strVal val="visible"/>
                                      </p:to>
                                    </p:set>
                                    <p:animEffect transition="in" filter="fade">
                                      <p:cBhvr>
                                        <p:cTn id="50" dur="500"/>
                                        <p:tgtEl>
                                          <p:spTgt spid="47"/>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50"/>
                                        </p:tgtEl>
                                        <p:attrNameLst>
                                          <p:attrName>style.visibility</p:attrName>
                                        </p:attrNameLst>
                                      </p:cBhvr>
                                      <p:to>
                                        <p:strVal val="visible"/>
                                      </p:to>
                                    </p:set>
                                    <p:animEffect transition="in" filter="fade">
                                      <p:cBhvr>
                                        <p:cTn id="55" dur="500"/>
                                        <p:tgtEl>
                                          <p:spTgt spid="50"/>
                                        </p:tgtEl>
                                      </p:cBhvr>
                                    </p:animEffect>
                                  </p:childTnLst>
                                </p:cTn>
                              </p:par>
                              <p:par>
                                <p:cTn id="56" presetID="10" presetClass="entr" presetSubtype="0" fill="hold" nodeType="withEffect">
                                  <p:stCondLst>
                                    <p:cond delay="0"/>
                                  </p:stCondLst>
                                  <p:childTnLst>
                                    <p:set>
                                      <p:cBhvr>
                                        <p:cTn id="57" dur="1" fill="hold">
                                          <p:stCondLst>
                                            <p:cond delay="0"/>
                                          </p:stCondLst>
                                        </p:cTn>
                                        <p:tgtEl>
                                          <p:spTgt spid="54"/>
                                        </p:tgtEl>
                                        <p:attrNameLst>
                                          <p:attrName>style.visibility</p:attrName>
                                        </p:attrNameLst>
                                      </p:cBhvr>
                                      <p:to>
                                        <p:strVal val="visible"/>
                                      </p:to>
                                    </p:set>
                                    <p:animEffect transition="in" filter="fade">
                                      <p:cBhvr>
                                        <p:cTn id="58" dur="500"/>
                                        <p:tgtEl>
                                          <p:spTgt spid="54"/>
                                        </p:tgtEl>
                                      </p:cBhvr>
                                    </p:animEffect>
                                  </p:childTnLst>
                                </p:cTn>
                              </p:par>
                              <p:par>
                                <p:cTn id="59" presetID="10" presetClass="entr" presetSubtype="0" fill="hold" nodeType="withEffect">
                                  <p:stCondLst>
                                    <p:cond delay="0"/>
                                  </p:stCondLst>
                                  <p:childTnLst>
                                    <p:set>
                                      <p:cBhvr>
                                        <p:cTn id="60" dur="1" fill="hold">
                                          <p:stCondLst>
                                            <p:cond delay="0"/>
                                          </p:stCondLst>
                                        </p:cTn>
                                        <p:tgtEl>
                                          <p:spTgt spid="59"/>
                                        </p:tgtEl>
                                        <p:attrNameLst>
                                          <p:attrName>style.visibility</p:attrName>
                                        </p:attrNameLst>
                                      </p:cBhvr>
                                      <p:to>
                                        <p:strVal val="visible"/>
                                      </p:to>
                                    </p:set>
                                    <p:animEffect transition="in" filter="fade">
                                      <p:cBhvr>
                                        <p:cTn id="61" dur="500"/>
                                        <p:tgtEl>
                                          <p:spTgt spid="59"/>
                                        </p:tgtEl>
                                      </p:cBhvr>
                                    </p:animEffect>
                                  </p:childTnLst>
                                </p:cTn>
                              </p:par>
                              <p:par>
                                <p:cTn id="62" presetID="10" presetClass="entr" presetSubtype="0" fill="hold" nodeType="withEffect">
                                  <p:stCondLst>
                                    <p:cond delay="0"/>
                                  </p:stCondLst>
                                  <p:childTnLst>
                                    <p:set>
                                      <p:cBhvr>
                                        <p:cTn id="63" dur="1" fill="hold">
                                          <p:stCondLst>
                                            <p:cond delay="0"/>
                                          </p:stCondLst>
                                        </p:cTn>
                                        <p:tgtEl>
                                          <p:spTgt spid="58"/>
                                        </p:tgtEl>
                                        <p:attrNameLst>
                                          <p:attrName>style.visibility</p:attrName>
                                        </p:attrNameLst>
                                      </p:cBhvr>
                                      <p:to>
                                        <p:strVal val="visible"/>
                                      </p:to>
                                    </p:set>
                                    <p:animEffect transition="in" filter="fade">
                                      <p:cBhvr>
                                        <p:cTn id="64" dur="500"/>
                                        <p:tgtEl>
                                          <p:spTgt spid="58"/>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7" grpId="0" animBg="1"/>
      <p:bldP spid="48" grpId="0" animBg="1"/>
      <p:bldP spid="49" grpId="0" animBg="1"/>
      <p:bldP spid="3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61" name="Google Shape;461;p45"/>
          <p:cNvSpPr txBox="1">
            <a:spLocks noGrp="1"/>
          </p:cNvSpPr>
          <p:nvPr>
            <p:ph type="title" idx="2"/>
          </p:nvPr>
        </p:nvSpPr>
        <p:spPr>
          <a:xfrm>
            <a:off x="316140" y="278679"/>
            <a:ext cx="3468900" cy="1104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02</a:t>
            </a:r>
            <a:endParaRPr dirty="0"/>
          </a:p>
        </p:txBody>
      </p:sp>
      <p:sp>
        <p:nvSpPr>
          <p:cNvPr id="12" name="Google Shape;223;p25">
            <a:extLst>
              <a:ext uri="{FF2B5EF4-FFF2-40B4-BE49-F238E27FC236}">
                <a16:creationId xmlns:a16="http://schemas.microsoft.com/office/drawing/2014/main" id="{761EE900-A22D-4716-BF38-953CFD9B9CD5}"/>
              </a:ext>
            </a:extLst>
          </p:cNvPr>
          <p:cNvSpPr/>
          <p:nvPr/>
        </p:nvSpPr>
        <p:spPr>
          <a:xfrm>
            <a:off x="6057998" y="776080"/>
            <a:ext cx="198000" cy="198000"/>
          </a:xfrm>
          <a:prstGeom prst="rect">
            <a:avLst/>
          </a:prstGeom>
          <a:solidFill>
            <a:srgbClr val="0F4C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F4C81"/>
              </a:solidFill>
            </a:endParaRPr>
          </a:p>
        </p:txBody>
      </p:sp>
      <p:sp>
        <p:nvSpPr>
          <p:cNvPr id="13" name="Google Shape;224;p25">
            <a:extLst>
              <a:ext uri="{FF2B5EF4-FFF2-40B4-BE49-F238E27FC236}">
                <a16:creationId xmlns:a16="http://schemas.microsoft.com/office/drawing/2014/main" id="{50C1535E-AF3C-4299-86E4-AFA8DCE3252A}"/>
              </a:ext>
            </a:extLst>
          </p:cNvPr>
          <p:cNvSpPr/>
          <p:nvPr/>
        </p:nvSpPr>
        <p:spPr>
          <a:xfrm>
            <a:off x="7030204" y="776080"/>
            <a:ext cx="198000" cy="198000"/>
          </a:xfrm>
          <a:prstGeom prst="rect">
            <a:avLst/>
          </a:prstGeom>
          <a:solidFill>
            <a:srgbClr val="98BE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AA9B"/>
              </a:solidFill>
            </a:endParaRPr>
          </a:p>
        </p:txBody>
      </p:sp>
      <p:sp>
        <p:nvSpPr>
          <p:cNvPr id="14" name="Google Shape;225;p25">
            <a:extLst>
              <a:ext uri="{FF2B5EF4-FFF2-40B4-BE49-F238E27FC236}">
                <a16:creationId xmlns:a16="http://schemas.microsoft.com/office/drawing/2014/main" id="{9C834A09-6607-4FAC-B901-DFF56A22AE84}"/>
              </a:ext>
            </a:extLst>
          </p:cNvPr>
          <p:cNvSpPr/>
          <p:nvPr/>
        </p:nvSpPr>
        <p:spPr>
          <a:xfrm>
            <a:off x="6710898" y="776080"/>
            <a:ext cx="198000" cy="198000"/>
          </a:xfrm>
          <a:prstGeom prst="rect">
            <a:avLst/>
          </a:prstGeom>
          <a:solidFill>
            <a:srgbClr val="EF46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24;p25">
            <a:extLst>
              <a:ext uri="{FF2B5EF4-FFF2-40B4-BE49-F238E27FC236}">
                <a16:creationId xmlns:a16="http://schemas.microsoft.com/office/drawing/2014/main" id="{4E934142-8163-49BB-B175-903FD8BB36A3}"/>
              </a:ext>
            </a:extLst>
          </p:cNvPr>
          <p:cNvSpPr/>
          <p:nvPr/>
        </p:nvSpPr>
        <p:spPr>
          <a:xfrm>
            <a:off x="6384448" y="776080"/>
            <a:ext cx="198000" cy="198000"/>
          </a:xfrm>
          <a:prstGeom prst="rect">
            <a:avLst/>
          </a:prstGeom>
          <a:solidFill>
            <a:srgbClr val="42A33A"/>
          </a:solidFill>
          <a:ln>
            <a:solidFill>
              <a:srgbClr val="42A33A"/>
            </a:solid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AA9B"/>
              </a:solidFill>
            </a:endParaRPr>
          </a:p>
        </p:txBody>
      </p:sp>
      <p:sp>
        <p:nvSpPr>
          <p:cNvPr id="19" name="Rectangle 18">
            <a:extLst>
              <a:ext uri="{FF2B5EF4-FFF2-40B4-BE49-F238E27FC236}">
                <a16:creationId xmlns:a16="http://schemas.microsoft.com/office/drawing/2014/main" id="{96391A46-E587-4060-8C7F-A5331BC2C32B}"/>
              </a:ext>
            </a:extLst>
          </p:cNvPr>
          <p:cNvSpPr/>
          <p:nvPr/>
        </p:nvSpPr>
        <p:spPr>
          <a:xfrm>
            <a:off x="0" y="4764880"/>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L-Shape 16">
            <a:extLst>
              <a:ext uri="{FF2B5EF4-FFF2-40B4-BE49-F238E27FC236}">
                <a16:creationId xmlns:a16="http://schemas.microsoft.com/office/drawing/2014/main" id="{8BD42EDA-BABD-4FBF-8021-03D895FC8DC5}"/>
              </a:ext>
            </a:extLst>
          </p:cNvPr>
          <p:cNvSpPr/>
          <p:nvPr/>
        </p:nvSpPr>
        <p:spPr>
          <a:xfrm rot="10800000">
            <a:off x="8509883" y="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L-Shape 17">
            <a:extLst>
              <a:ext uri="{FF2B5EF4-FFF2-40B4-BE49-F238E27FC236}">
                <a16:creationId xmlns:a16="http://schemas.microsoft.com/office/drawing/2014/main" id="{8317E6B2-56A9-4D64-9470-C9C57F7D54FA}"/>
              </a:ext>
            </a:extLst>
          </p:cNvPr>
          <p:cNvSpPr/>
          <p:nvPr/>
        </p:nvSpPr>
        <p:spPr>
          <a:xfrm rot="10800000">
            <a:off x="8509883" y="444235"/>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L-Shape 20">
            <a:extLst>
              <a:ext uri="{FF2B5EF4-FFF2-40B4-BE49-F238E27FC236}">
                <a16:creationId xmlns:a16="http://schemas.microsoft.com/office/drawing/2014/main" id="{DE2A99EE-D5FD-4E1F-AD7F-8D74E850E5B5}"/>
              </a:ext>
            </a:extLst>
          </p:cNvPr>
          <p:cNvSpPr/>
          <p:nvPr/>
        </p:nvSpPr>
        <p:spPr>
          <a:xfrm rot="5400000">
            <a:off x="798645" y="1659369"/>
            <a:ext cx="634117" cy="64425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Google Shape;460;p45">
            <a:extLst>
              <a:ext uri="{FF2B5EF4-FFF2-40B4-BE49-F238E27FC236}">
                <a16:creationId xmlns:a16="http://schemas.microsoft.com/office/drawing/2014/main" id="{36327026-A591-405D-AAD5-016E25626807}"/>
              </a:ext>
            </a:extLst>
          </p:cNvPr>
          <p:cNvSpPr txBox="1">
            <a:spLocks/>
          </p:cNvSpPr>
          <p:nvPr/>
        </p:nvSpPr>
        <p:spPr>
          <a:xfrm>
            <a:off x="1437829" y="2042722"/>
            <a:ext cx="6643989" cy="17172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4200"/>
              <a:buFont typeface="Anton"/>
              <a:buNone/>
              <a:defRPr sz="4800" b="0" i="0" u="none" strike="noStrike" cap="none">
                <a:solidFill>
                  <a:schemeClr val="dk2"/>
                </a:solidFill>
                <a:latin typeface="Anton"/>
                <a:ea typeface="Anton"/>
                <a:cs typeface="Anton"/>
                <a:sym typeface="Anton"/>
              </a:defRPr>
            </a:lvl1pPr>
            <a:lvl2pPr marR="0" lvl="1"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2pPr>
            <a:lvl3pPr marR="0" lvl="2"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3pPr>
            <a:lvl4pPr marR="0" lvl="3"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4pPr>
            <a:lvl5pPr marR="0" lvl="4"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5pPr>
            <a:lvl6pPr marR="0" lvl="5"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6pPr>
            <a:lvl7pPr marR="0" lvl="6"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7pPr>
            <a:lvl8pPr marR="0" lvl="7"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8pPr>
            <a:lvl9pPr marR="0" lvl="8"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9pPr>
          </a:lstStyle>
          <a:p>
            <a:r>
              <a:rPr lang="en-US" dirty="0">
                <a:solidFill>
                  <a:schemeClr val="lt1"/>
                </a:solidFill>
              </a:rPr>
              <a:t>SPÉCIFICATION DES BESOINS</a:t>
            </a:r>
          </a:p>
          <a:p>
            <a:r>
              <a:rPr lang="en-US" dirty="0"/>
              <a:t>                   ET CONCEPTION</a:t>
            </a:r>
          </a:p>
        </p:txBody>
      </p:sp>
      <p:sp>
        <p:nvSpPr>
          <p:cNvPr id="23" name="L-Shape 22">
            <a:extLst>
              <a:ext uri="{FF2B5EF4-FFF2-40B4-BE49-F238E27FC236}">
                <a16:creationId xmlns:a16="http://schemas.microsoft.com/office/drawing/2014/main" id="{22F5C796-3BBB-4DEB-9A3A-A54F33A30DD9}"/>
              </a:ext>
            </a:extLst>
          </p:cNvPr>
          <p:cNvSpPr/>
          <p:nvPr/>
        </p:nvSpPr>
        <p:spPr>
          <a:xfrm rot="16200000">
            <a:off x="7297856" y="3237827"/>
            <a:ext cx="634117" cy="64425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7">
            <a:extLst>
              <a:ext uri="{FF2B5EF4-FFF2-40B4-BE49-F238E27FC236}">
                <a16:creationId xmlns:a16="http://schemas.microsoft.com/office/drawing/2014/main" id="{FF96FAFB-6B2E-508B-4499-E361AAF84FDC}"/>
              </a:ext>
            </a:extLst>
          </p:cNvPr>
          <p:cNvSpPr txBox="1"/>
          <p:nvPr/>
        </p:nvSpPr>
        <p:spPr>
          <a:xfrm>
            <a:off x="371461" y="4864820"/>
            <a:ext cx="422117" cy="261610"/>
          </a:xfrm>
          <a:prstGeom prst="rect">
            <a:avLst/>
          </a:prstGeom>
          <a:noFill/>
        </p:spPr>
        <p:txBody>
          <a:bodyPr wrap="square">
            <a:spAutoFit/>
          </a:bodyPr>
          <a:lstStyle/>
          <a:p>
            <a:pPr algn="r" rtl="0">
              <a:spcBef>
                <a:spcPts val="0"/>
              </a:spcBef>
              <a:spcAft>
                <a:spcPts val="0"/>
              </a:spcAft>
            </a:pPr>
            <a:r>
              <a:rPr lang="fr-FR" sz="900" b="1" dirty="0">
                <a:solidFill>
                  <a:srgbClr val="464646"/>
                </a:solidFill>
                <a:latin typeface="Calibri" panose="020F0502020204030204" pitchFamily="34" charset="0"/>
              </a:rPr>
              <a:t>10</a:t>
            </a:r>
            <a:r>
              <a:rPr lang="fr-FR" sz="1100" b="1" dirty="0">
                <a:solidFill>
                  <a:srgbClr val="0F4C81"/>
                </a:solidFill>
              </a:rPr>
              <a:t> |</a:t>
            </a:r>
            <a:endParaRPr lang="en-US" sz="900" dirty="0"/>
          </a:p>
        </p:txBody>
      </p:sp>
    </p:spTree>
    <p:extLst>
      <p:ext uri="{BB962C8B-B14F-4D97-AF65-F5344CB8AC3E}">
        <p14:creationId xmlns:p14="http://schemas.microsoft.com/office/powerpoint/2010/main" val="68117978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61"/>
                                        </p:tgtEl>
                                        <p:attrNameLst>
                                          <p:attrName>style.visibility</p:attrName>
                                        </p:attrNameLst>
                                      </p:cBhvr>
                                      <p:to>
                                        <p:strVal val="visible"/>
                                      </p:to>
                                    </p:set>
                                    <p:anim calcmode="lin" valueType="num">
                                      <p:cBhvr additive="base">
                                        <p:cTn id="7" dur="500" fill="hold"/>
                                        <p:tgtEl>
                                          <p:spTgt spid="461"/>
                                        </p:tgtEl>
                                        <p:attrNameLst>
                                          <p:attrName>ppt_x</p:attrName>
                                        </p:attrNameLst>
                                      </p:cBhvr>
                                      <p:tavLst>
                                        <p:tav tm="0">
                                          <p:val>
                                            <p:strVal val="#ppt_x"/>
                                          </p:val>
                                        </p:tav>
                                        <p:tav tm="100000">
                                          <p:val>
                                            <p:strVal val="#ppt_x"/>
                                          </p:val>
                                        </p:tav>
                                      </p:tavLst>
                                    </p:anim>
                                    <p:anim calcmode="lin" valueType="num">
                                      <p:cBhvr additive="base">
                                        <p:cTn id="8" dur="500" fill="hold"/>
                                        <p:tgtEl>
                                          <p:spTgt spid="46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ppt_x"/>
                                          </p:val>
                                        </p:tav>
                                        <p:tav tm="100000">
                                          <p:val>
                                            <p:strVal val="#ppt_x"/>
                                          </p:val>
                                        </p:tav>
                                      </p:tavLst>
                                    </p:anim>
                                    <p:anim calcmode="lin" valueType="num">
                                      <p:cBhvr additive="base">
                                        <p:cTn id="1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 grpId="0"/>
      <p:bldP spid="2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Rectangle 179">
            <a:extLst>
              <a:ext uri="{FF2B5EF4-FFF2-40B4-BE49-F238E27FC236}">
                <a16:creationId xmlns:a16="http://schemas.microsoft.com/office/drawing/2014/main" id="{11069782-32BB-422A-847C-84DC7EBBD744}"/>
              </a:ext>
            </a:extLst>
          </p:cNvPr>
          <p:cNvSpPr>
            <a:spLocks/>
          </p:cNvSpPr>
          <p:nvPr/>
        </p:nvSpPr>
        <p:spPr bwMode="auto">
          <a:xfrm>
            <a:off x="93010" y="183232"/>
            <a:ext cx="30841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nchor="ctr">
            <a:spAutoFit/>
          </a:bodyPr>
          <a:lstStyle/>
          <a:p>
            <a:pPr algn="ctr"/>
            <a:r>
              <a:rPr lang="en-US" sz="20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rPr>
              <a:t>BESOINS</a:t>
            </a:r>
            <a:r>
              <a:rPr lang="en-US" sz="24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rPr>
              <a:t> </a:t>
            </a:r>
            <a:r>
              <a:rPr lang="en-US" sz="20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rPr>
              <a:t>FONCTIONNELS</a:t>
            </a:r>
          </a:p>
        </p:txBody>
      </p:sp>
      <p:sp>
        <p:nvSpPr>
          <p:cNvPr id="181" name="Rectangle 1">
            <a:extLst>
              <a:ext uri="{FF2B5EF4-FFF2-40B4-BE49-F238E27FC236}">
                <a16:creationId xmlns:a16="http://schemas.microsoft.com/office/drawing/2014/main" id="{E48B9C84-1CD2-4D15-8F80-6B5F8B6A43D2}"/>
              </a:ext>
            </a:extLst>
          </p:cNvPr>
          <p:cNvSpPr>
            <a:spLocks/>
          </p:cNvSpPr>
          <p:nvPr/>
        </p:nvSpPr>
        <p:spPr bwMode="auto">
          <a:xfrm>
            <a:off x="9426" y="98748"/>
            <a:ext cx="3274684"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fr-FR" sz="1050" spc="82" dirty="0">
                <a:solidFill>
                  <a:schemeClr val="bg1">
                    <a:lumMod val="50000"/>
                  </a:schemeClr>
                </a:solidFill>
                <a:latin typeface="Source Sans Pro" charset="0"/>
                <a:ea typeface="Source Sans Pro" charset="0"/>
                <a:cs typeface="Source Sans Pro" charset="0"/>
                <a:sym typeface="Bebas Neue" charset="0"/>
              </a:rPr>
              <a:t>SPÉCIFICATION DES BESOINS ET CONCEPTION</a:t>
            </a:r>
            <a:endParaRPr lang="en-US" sz="1050" spc="82" dirty="0">
              <a:solidFill>
                <a:schemeClr val="bg1">
                  <a:lumMod val="50000"/>
                </a:schemeClr>
              </a:solidFill>
              <a:latin typeface="Source Sans Pro" charset="0"/>
              <a:ea typeface="Source Sans Pro" charset="0"/>
              <a:cs typeface="Source Sans Pro" charset="0"/>
              <a:sym typeface="Bebas Neue" charset="0"/>
            </a:endParaRPr>
          </a:p>
        </p:txBody>
      </p:sp>
      <p:sp>
        <p:nvSpPr>
          <p:cNvPr id="186" name="L-Shape 185">
            <a:extLst>
              <a:ext uri="{FF2B5EF4-FFF2-40B4-BE49-F238E27FC236}">
                <a16:creationId xmlns:a16="http://schemas.microsoft.com/office/drawing/2014/main" id="{B48285AE-2E9F-47E4-ACC8-26DC03FB0C6F}"/>
              </a:ext>
            </a:extLst>
          </p:cNvPr>
          <p:cNvSpPr/>
          <p:nvPr/>
        </p:nvSpPr>
        <p:spPr>
          <a:xfrm rot="10800000">
            <a:off x="8509883" y="1560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AA9B"/>
              </a:solidFill>
            </a:endParaRPr>
          </a:p>
        </p:txBody>
      </p:sp>
      <p:sp>
        <p:nvSpPr>
          <p:cNvPr id="187" name="L-Shape 186">
            <a:extLst>
              <a:ext uri="{FF2B5EF4-FFF2-40B4-BE49-F238E27FC236}">
                <a16:creationId xmlns:a16="http://schemas.microsoft.com/office/drawing/2014/main" id="{A88D0EED-8B27-4F54-A0B7-C12AD99D3725}"/>
              </a:ext>
            </a:extLst>
          </p:cNvPr>
          <p:cNvSpPr/>
          <p:nvPr/>
        </p:nvSpPr>
        <p:spPr>
          <a:xfrm rot="10800000">
            <a:off x="8509883" y="444235"/>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Rectangle 71">
            <a:extLst>
              <a:ext uri="{FF2B5EF4-FFF2-40B4-BE49-F238E27FC236}">
                <a16:creationId xmlns:a16="http://schemas.microsoft.com/office/drawing/2014/main" id="{C88D4E6E-6DF8-4F3A-8523-ABD502F88036}"/>
              </a:ext>
            </a:extLst>
          </p:cNvPr>
          <p:cNvSpPr/>
          <p:nvPr/>
        </p:nvSpPr>
        <p:spPr>
          <a:xfrm>
            <a:off x="0" y="4780121"/>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AA9B"/>
              </a:solidFill>
            </a:endParaRPr>
          </a:p>
        </p:txBody>
      </p:sp>
      <p:sp>
        <p:nvSpPr>
          <p:cNvPr id="18" name="Rectangle 17">
            <a:extLst>
              <a:ext uri="{FF2B5EF4-FFF2-40B4-BE49-F238E27FC236}">
                <a16:creationId xmlns:a16="http://schemas.microsoft.com/office/drawing/2014/main" id="{11E77256-70DF-57EA-361E-3A715E8DD6DC}"/>
              </a:ext>
            </a:extLst>
          </p:cNvPr>
          <p:cNvSpPr/>
          <p:nvPr/>
        </p:nvSpPr>
        <p:spPr>
          <a:xfrm>
            <a:off x="8772538" y="4780120"/>
            <a:ext cx="371462" cy="378619"/>
          </a:xfrm>
          <a:prstGeom prst="rect">
            <a:avLst/>
          </a:prstGeom>
          <a:solidFill>
            <a:srgbClr val="EF4641"/>
          </a:solidFill>
          <a:ln>
            <a:solidFill>
              <a:srgbClr val="EF46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7">
            <a:extLst>
              <a:ext uri="{FF2B5EF4-FFF2-40B4-BE49-F238E27FC236}">
                <a16:creationId xmlns:a16="http://schemas.microsoft.com/office/drawing/2014/main" id="{C776B3E4-AD17-4441-6D70-D36567353EBA}"/>
              </a:ext>
            </a:extLst>
          </p:cNvPr>
          <p:cNvSpPr txBox="1"/>
          <p:nvPr/>
        </p:nvSpPr>
        <p:spPr>
          <a:xfrm>
            <a:off x="349009" y="4821571"/>
            <a:ext cx="387918" cy="263990"/>
          </a:xfrm>
          <a:prstGeom prst="rect">
            <a:avLst/>
          </a:prstGeom>
          <a:noFill/>
        </p:spPr>
        <p:txBody>
          <a:bodyPr wrap="square">
            <a:spAutoFit/>
          </a:bodyPr>
          <a:lstStyle/>
          <a:p>
            <a:pPr algn="r" rtl="0">
              <a:spcBef>
                <a:spcPts val="0"/>
              </a:spcBef>
              <a:spcAft>
                <a:spcPts val="0"/>
              </a:spcAft>
            </a:pPr>
            <a:r>
              <a:rPr lang="fr-FR" sz="900" b="1" dirty="0">
                <a:solidFill>
                  <a:srgbClr val="464646"/>
                </a:solidFill>
                <a:latin typeface="Calibri" panose="020F0502020204030204" pitchFamily="34" charset="0"/>
              </a:rPr>
              <a:t>11</a:t>
            </a:r>
            <a:r>
              <a:rPr lang="fr-FR" sz="1100" b="1" dirty="0">
                <a:solidFill>
                  <a:srgbClr val="0F4C81"/>
                </a:solidFill>
              </a:rPr>
              <a:t> |</a:t>
            </a:r>
            <a:endParaRPr lang="en-US" sz="900" dirty="0"/>
          </a:p>
        </p:txBody>
      </p:sp>
      <p:pic>
        <p:nvPicPr>
          <p:cNvPr id="3" name="Picture 2" descr="A picture containing astronomical object, celestial event, moonlight, darkness&#10;&#10;Description automatically generated">
            <a:extLst>
              <a:ext uri="{FF2B5EF4-FFF2-40B4-BE49-F238E27FC236}">
                <a16:creationId xmlns:a16="http://schemas.microsoft.com/office/drawing/2014/main" id="{573291E3-5EB8-A016-97B8-51303EA485F4}"/>
              </a:ext>
            </a:extLst>
          </p:cNvPr>
          <p:cNvPicPr>
            <a:picLocks noChangeAspect="1"/>
          </p:cNvPicPr>
          <p:nvPr/>
        </p:nvPicPr>
        <p:blipFill>
          <a:blip r:embed="rId3"/>
          <a:stretch>
            <a:fillRect/>
          </a:stretch>
        </p:blipFill>
        <p:spPr>
          <a:xfrm>
            <a:off x="371462" y="2250973"/>
            <a:ext cx="791441" cy="791441"/>
          </a:xfrm>
          <a:prstGeom prst="rect">
            <a:avLst/>
          </a:prstGeom>
        </p:spPr>
      </p:pic>
      <p:sp>
        <p:nvSpPr>
          <p:cNvPr id="6" name="Espace réservé du texte 8">
            <a:extLst>
              <a:ext uri="{FF2B5EF4-FFF2-40B4-BE49-F238E27FC236}">
                <a16:creationId xmlns:a16="http://schemas.microsoft.com/office/drawing/2014/main" id="{F1A5A878-9DA7-971A-3992-5CD68C5F221C}"/>
              </a:ext>
            </a:extLst>
          </p:cNvPr>
          <p:cNvSpPr txBox="1">
            <a:spLocks/>
          </p:cNvSpPr>
          <p:nvPr/>
        </p:nvSpPr>
        <p:spPr bwMode="gray">
          <a:xfrm>
            <a:off x="-225438" y="3114873"/>
            <a:ext cx="1944915" cy="349710"/>
          </a:xfrm>
          <a:prstGeom prst="rect">
            <a:avLst/>
          </a:prstGeom>
        </p:spPr>
        <p:txBody>
          <a:bodyPr/>
          <a:lstStyle>
            <a:lvl1pPr marL="0" indent="0" algn="l" defTabSz="914199" rtl="0" eaLnBrk="1" latinLnBrk="0" hangingPunct="1">
              <a:spcBef>
                <a:spcPts val="800"/>
              </a:spcBef>
              <a:buClr>
                <a:srgbClr val="CF022B"/>
              </a:buClr>
              <a:buSzPct val="90000"/>
              <a:buFont typeface="Arial" panose="020B0604020202020204" pitchFamily="34" charset="0"/>
              <a:buNone/>
              <a:tabLst/>
              <a:defRPr sz="1400" b="0" kern="1200" normalizeH="0" baseline="0">
                <a:solidFill>
                  <a:schemeClr val="tx1">
                    <a:lumMod val="50000"/>
                    <a:lumOff val="50000"/>
                  </a:schemeClr>
                </a:solidFill>
                <a:latin typeface="+mn-lt"/>
                <a:ea typeface="+mn-ea"/>
                <a:cs typeface="+mn-cs"/>
              </a:defRPr>
            </a:lvl1pPr>
            <a:lvl2pPr marL="0" indent="0" algn="l" defTabSz="914199" rtl="0" eaLnBrk="1" latinLnBrk="0" hangingPunct="1">
              <a:spcBef>
                <a:spcPts val="800"/>
              </a:spcBef>
              <a:buClr>
                <a:schemeClr val="accent4"/>
              </a:buClr>
              <a:buSzPct val="100000"/>
              <a:buFont typeface="Arial" panose="020B0604020202020204" pitchFamily="34" charset="0"/>
              <a:buNone/>
              <a:tabLst/>
              <a:defRPr sz="1400" b="1" kern="1200">
                <a:solidFill>
                  <a:schemeClr val="tx1"/>
                </a:solidFill>
                <a:latin typeface="+mn-lt"/>
                <a:ea typeface="+mn-ea"/>
                <a:cs typeface="+mn-cs"/>
              </a:defRPr>
            </a:lvl2pPr>
            <a:lvl3pPr marL="493713" marR="0" indent="0" algn="l" defTabSz="725488" rtl="0" eaLnBrk="1" fontAlgn="auto" latinLnBrk="0" hangingPunct="1">
              <a:lnSpc>
                <a:spcPct val="100000"/>
              </a:lnSpc>
              <a:spcBef>
                <a:spcPts val="411"/>
              </a:spcBef>
              <a:spcAft>
                <a:spcPts val="0"/>
              </a:spcAft>
              <a:buClrTx/>
              <a:buSzTx/>
              <a:buFont typeface="Calibri" panose="020F0502020204030204" pitchFamily="34" charset="0"/>
              <a:buNone/>
              <a:tabLst/>
              <a:defRPr lang="fr-FR" sz="1600" i="0" kern="1200" baseline="0">
                <a:solidFill>
                  <a:schemeClr val="tx1"/>
                </a:solidFill>
                <a:latin typeface="+mn-lt"/>
                <a:ea typeface="+mn-ea"/>
                <a:cs typeface="+mn-cs"/>
              </a:defRPr>
            </a:lvl3pPr>
            <a:lvl4pPr marL="898525" indent="0" algn="l" defTabSz="914199" rtl="0" eaLnBrk="1" latinLnBrk="0" hangingPunct="1">
              <a:spcBef>
                <a:spcPts val="0"/>
              </a:spcBef>
              <a:buFont typeface="Arial" panose="020B0604020202020204" pitchFamily="34" charset="0"/>
              <a:buNone/>
              <a:tabLst/>
              <a:defRPr sz="1600" i="0" kern="1200">
                <a:solidFill>
                  <a:schemeClr val="tx1"/>
                </a:solidFill>
                <a:latin typeface="+mn-lt"/>
                <a:ea typeface="+mn-ea"/>
                <a:cs typeface="+mn-cs"/>
              </a:defRPr>
            </a:lvl4pPr>
            <a:lvl5pPr marL="898525" marR="0" indent="0" algn="l" defTabSz="914199" rtl="0" eaLnBrk="1" fontAlgn="auto" latinLnBrk="0" hangingPunct="1">
              <a:lnSpc>
                <a:spcPct val="100000"/>
              </a:lnSpc>
              <a:spcBef>
                <a:spcPts val="0"/>
              </a:spcBef>
              <a:spcAft>
                <a:spcPts val="0"/>
              </a:spcAft>
              <a:buClrTx/>
              <a:buSzTx/>
              <a:buFont typeface="Arial" panose="020B0604020202020204" pitchFamily="34" charset="0"/>
              <a:buNone/>
              <a:tabLst/>
              <a:defRPr sz="1600" i="0" kern="1200">
                <a:solidFill>
                  <a:schemeClr val="tx1"/>
                </a:solidFill>
                <a:latin typeface="+mn-lt"/>
                <a:ea typeface="+mn-ea"/>
                <a:cs typeface="+mn-cs"/>
              </a:defRPr>
            </a:lvl5pPr>
            <a:lvl6pPr marL="1079500" indent="-88900" algn="l" defTabSz="914199" rtl="0" eaLnBrk="1" latinLnBrk="0" hangingPunct="1">
              <a:spcBef>
                <a:spcPct val="20000"/>
              </a:spcBef>
              <a:buFont typeface="Calibri" panose="020F0502020204030204" pitchFamily="34" charset="0"/>
              <a:buChar char="‐"/>
              <a:defRPr sz="1600" kern="1200">
                <a:solidFill>
                  <a:schemeClr val="tx1"/>
                </a:solidFill>
                <a:latin typeface="+mn-lt"/>
                <a:ea typeface="+mn-ea"/>
                <a:cs typeface="+mn-cs"/>
              </a:defRPr>
            </a:lvl6pPr>
            <a:lvl7pPr marL="360000" indent="0" algn="l" defTabSz="914199" rtl="0" eaLnBrk="1" latinLnBrk="0" hangingPunct="1">
              <a:spcBef>
                <a:spcPct val="20000"/>
              </a:spcBef>
              <a:buFont typeface="Calibri" panose="020F0502020204030204" pitchFamily="34" charset="0"/>
              <a:buChar char="‐"/>
              <a:defRPr sz="1600" kern="1200">
                <a:solidFill>
                  <a:schemeClr val="tx1"/>
                </a:solidFill>
                <a:latin typeface="+mn-lt"/>
                <a:ea typeface="+mn-ea"/>
                <a:cs typeface="+mn-cs"/>
              </a:defRPr>
            </a:lvl7pPr>
            <a:lvl8pPr marL="3428245" indent="-228550" algn="l" defTabSz="914199"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345" indent="-228550" algn="l" defTabSz="914199"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fr-FR" dirty="0">
                <a:solidFill>
                  <a:schemeClr val="bg1">
                    <a:lumMod val="50000"/>
                  </a:schemeClr>
                </a:solidFill>
              </a:rPr>
              <a:t>Administrateur</a:t>
            </a:r>
          </a:p>
        </p:txBody>
      </p:sp>
      <p:sp>
        <p:nvSpPr>
          <p:cNvPr id="7" name="Oval 6">
            <a:extLst>
              <a:ext uri="{FF2B5EF4-FFF2-40B4-BE49-F238E27FC236}">
                <a16:creationId xmlns:a16="http://schemas.microsoft.com/office/drawing/2014/main" id="{7CBFC368-CDEB-DA09-5B62-DEEE46D031EE}"/>
              </a:ext>
            </a:extLst>
          </p:cNvPr>
          <p:cNvSpPr/>
          <p:nvPr/>
        </p:nvSpPr>
        <p:spPr>
          <a:xfrm>
            <a:off x="3260587" y="78463"/>
            <a:ext cx="2724727" cy="39174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Connecter au </a:t>
            </a:r>
            <a:r>
              <a:rPr lang="en-US" dirty="0" err="1"/>
              <a:t>réseau</a:t>
            </a:r>
            <a:endParaRPr lang="fr-FR" dirty="0"/>
          </a:p>
        </p:txBody>
      </p:sp>
      <p:sp>
        <p:nvSpPr>
          <p:cNvPr id="9" name="Oval 8">
            <a:extLst>
              <a:ext uri="{FF2B5EF4-FFF2-40B4-BE49-F238E27FC236}">
                <a16:creationId xmlns:a16="http://schemas.microsoft.com/office/drawing/2014/main" id="{518FE8EE-A686-362A-C975-EB8AA5AE5AD5}"/>
              </a:ext>
            </a:extLst>
          </p:cNvPr>
          <p:cNvSpPr/>
          <p:nvPr/>
        </p:nvSpPr>
        <p:spPr>
          <a:xfrm>
            <a:off x="3429773" y="663365"/>
            <a:ext cx="1939636" cy="39174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err="1"/>
              <a:t>S’inscrire</a:t>
            </a:r>
            <a:endParaRPr lang="fr-FR" dirty="0"/>
          </a:p>
        </p:txBody>
      </p:sp>
      <p:sp>
        <p:nvSpPr>
          <p:cNvPr id="10" name="Oval 9">
            <a:extLst>
              <a:ext uri="{FF2B5EF4-FFF2-40B4-BE49-F238E27FC236}">
                <a16:creationId xmlns:a16="http://schemas.microsoft.com/office/drawing/2014/main" id="{1AB5E236-9561-61A3-ED77-67F920D20469}"/>
              </a:ext>
            </a:extLst>
          </p:cNvPr>
          <p:cNvSpPr/>
          <p:nvPr/>
        </p:nvSpPr>
        <p:spPr>
          <a:xfrm>
            <a:off x="3758357" y="1144986"/>
            <a:ext cx="1939636" cy="39174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err="1"/>
              <a:t>Ajouter</a:t>
            </a:r>
            <a:r>
              <a:rPr lang="en-US" dirty="0"/>
              <a:t> un </a:t>
            </a:r>
            <a:r>
              <a:rPr lang="en-US" dirty="0" err="1"/>
              <a:t>employé</a:t>
            </a:r>
            <a:endParaRPr lang="fr-FR" dirty="0"/>
          </a:p>
        </p:txBody>
      </p:sp>
      <p:sp>
        <p:nvSpPr>
          <p:cNvPr id="11" name="Oval 10">
            <a:extLst>
              <a:ext uri="{FF2B5EF4-FFF2-40B4-BE49-F238E27FC236}">
                <a16:creationId xmlns:a16="http://schemas.microsoft.com/office/drawing/2014/main" id="{B1E9D4A4-346E-C35A-D38F-63E77B8DE37E}"/>
              </a:ext>
            </a:extLst>
          </p:cNvPr>
          <p:cNvSpPr/>
          <p:nvPr/>
        </p:nvSpPr>
        <p:spPr>
          <a:xfrm>
            <a:off x="3758357" y="1672815"/>
            <a:ext cx="1939636" cy="39174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err="1"/>
              <a:t>Supprimer</a:t>
            </a:r>
            <a:r>
              <a:rPr lang="en-US" dirty="0"/>
              <a:t> un </a:t>
            </a:r>
            <a:r>
              <a:rPr lang="en-US" dirty="0" err="1"/>
              <a:t>employé</a:t>
            </a:r>
            <a:endParaRPr lang="fr-FR" dirty="0"/>
          </a:p>
        </p:txBody>
      </p:sp>
      <p:sp>
        <p:nvSpPr>
          <p:cNvPr id="12" name="Oval 11">
            <a:extLst>
              <a:ext uri="{FF2B5EF4-FFF2-40B4-BE49-F238E27FC236}">
                <a16:creationId xmlns:a16="http://schemas.microsoft.com/office/drawing/2014/main" id="{26730145-8828-7C92-E44D-383A25D9CF4C}"/>
              </a:ext>
            </a:extLst>
          </p:cNvPr>
          <p:cNvSpPr/>
          <p:nvPr/>
        </p:nvSpPr>
        <p:spPr>
          <a:xfrm>
            <a:off x="3513172" y="2174364"/>
            <a:ext cx="2430006" cy="39174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Reconnaissance des </a:t>
            </a:r>
            <a:r>
              <a:rPr lang="en-US" dirty="0" err="1"/>
              <a:t>employés</a:t>
            </a:r>
            <a:endParaRPr lang="fr-FR" dirty="0"/>
          </a:p>
        </p:txBody>
      </p:sp>
      <p:sp>
        <p:nvSpPr>
          <p:cNvPr id="13" name="Oval 12">
            <a:extLst>
              <a:ext uri="{FF2B5EF4-FFF2-40B4-BE49-F238E27FC236}">
                <a16:creationId xmlns:a16="http://schemas.microsoft.com/office/drawing/2014/main" id="{854ABC9C-67C6-AE12-4264-828E53494221}"/>
              </a:ext>
            </a:extLst>
          </p:cNvPr>
          <p:cNvSpPr/>
          <p:nvPr/>
        </p:nvSpPr>
        <p:spPr>
          <a:xfrm>
            <a:off x="3481808" y="2696959"/>
            <a:ext cx="2600879" cy="39174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err="1"/>
              <a:t>Analyser</a:t>
            </a:r>
            <a:r>
              <a:rPr lang="en-US" dirty="0"/>
              <a:t> </a:t>
            </a:r>
            <a:r>
              <a:rPr lang="en-US" dirty="0" err="1"/>
              <a:t>l’age</a:t>
            </a:r>
            <a:r>
              <a:rPr lang="en-US" dirty="0"/>
              <a:t> des clients</a:t>
            </a:r>
            <a:endParaRPr lang="fr-FR" dirty="0"/>
          </a:p>
        </p:txBody>
      </p:sp>
      <p:sp>
        <p:nvSpPr>
          <p:cNvPr id="14" name="Oval 13">
            <a:extLst>
              <a:ext uri="{FF2B5EF4-FFF2-40B4-BE49-F238E27FC236}">
                <a16:creationId xmlns:a16="http://schemas.microsoft.com/office/drawing/2014/main" id="{1E91E2D5-6360-4291-E323-D603862D108D}"/>
              </a:ext>
            </a:extLst>
          </p:cNvPr>
          <p:cNvSpPr/>
          <p:nvPr/>
        </p:nvSpPr>
        <p:spPr>
          <a:xfrm>
            <a:off x="3513170" y="3203742"/>
            <a:ext cx="2600879" cy="39174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err="1"/>
              <a:t>Annalyser</a:t>
            </a:r>
            <a:r>
              <a:rPr lang="en-US" dirty="0"/>
              <a:t> le </a:t>
            </a:r>
            <a:r>
              <a:rPr lang="en-US" dirty="0" err="1"/>
              <a:t>sexe</a:t>
            </a:r>
            <a:r>
              <a:rPr lang="en-US" dirty="0"/>
              <a:t> des clients</a:t>
            </a:r>
            <a:endParaRPr lang="fr-FR" dirty="0"/>
          </a:p>
        </p:txBody>
      </p:sp>
      <p:sp>
        <p:nvSpPr>
          <p:cNvPr id="17" name="Oval 16">
            <a:extLst>
              <a:ext uri="{FF2B5EF4-FFF2-40B4-BE49-F238E27FC236}">
                <a16:creationId xmlns:a16="http://schemas.microsoft.com/office/drawing/2014/main" id="{BF87B426-70E7-FDE1-623B-20B2255C54A5}"/>
              </a:ext>
            </a:extLst>
          </p:cNvPr>
          <p:cNvSpPr/>
          <p:nvPr/>
        </p:nvSpPr>
        <p:spPr>
          <a:xfrm>
            <a:off x="3429773" y="3691170"/>
            <a:ext cx="2600879" cy="39174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Application de zone </a:t>
            </a:r>
            <a:r>
              <a:rPr lang="en-US" dirty="0" err="1"/>
              <a:t>d'intérêt</a:t>
            </a:r>
            <a:endParaRPr lang="fr-FR" dirty="0"/>
          </a:p>
        </p:txBody>
      </p:sp>
      <p:sp>
        <p:nvSpPr>
          <p:cNvPr id="19" name="Oval 18">
            <a:extLst>
              <a:ext uri="{FF2B5EF4-FFF2-40B4-BE49-F238E27FC236}">
                <a16:creationId xmlns:a16="http://schemas.microsoft.com/office/drawing/2014/main" id="{B06F1D78-F00D-D883-A7C3-B0D3519B2779}"/>
              </a:ext>
            </a:extLst>
          </p:cNvPr>
          <p:cNvSpPr/>
          <p:nvPr/>
        </p:nvSpPr>
        <p:spPr>
          <a:xfrm>
            <a:off x="3475111" y="4215372"/>
            <a:ext cx="2731725" cy="39174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Application de la </a:t>
            </a:r>
            <a:r>
              <a:rPr lang="en-US" dirty="0" err="1"/>
              <a:t>ligne</a:t>
            </a:r>
            <a:endParaRPr lang="fr-FR" dirty="0"/>
          </a:p>
        </p:txBody>
      </p:sp>
      <p:sp>
        <p:nvSpPr>
          <p:cNvPr id="20" name="Oval 19">
            <a:extLst>
              <a:ext uri="{FF2B5EF4-FFF2-40B4-BE49-F238E27FC236}">
                <a16:creationId xmlns:a16="http://schemas.microsoft.com/office/drawing/2014/main" id="{2B1D8E0B-10D3-2B25-3A84-5F16964C59E0}"/>
              </a:ext>
            </a:extLst>
          </p:cNvPr>
          <p:cNvSpPr/>
          <p:nvPr/>
        </p:nvSpPr>
        <p:spPr>
          <a:xfrm>
            <a:off x="3513169" y="4757693"/>
            <a:ext cx="2600879" cy="39174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Application de </a:t>
            </a:r>
            <a:r>
              <a:rPr lang="en-US" dirty="0" err="1"/>
              <a:t>compteur</a:t>
            </a:r>
            <a:r>
              <a:rPr lang="en-US" dirty="0"/>
              <a:t> de temps</a:t>
            </a:r>
            <a:endParaRPr lang="fr-FR" dirty="0"/>
          </a:p>
        </p:txBody>
      </p:sp>
      <p:sp>
        <p:nvSpPr>
          <p:cNvPr id="21" name="Oval 20">
            <a:extLst>
              <a:ext uri="{FF2B5EF4-FFF2-40B4-BE49-F238E27FC236}">
                <a16:creationId xmlns:a16="http://schemas.microsoft.com/office/drawing/2014/main" id="{C0AB257E-C8F0-9550-FABE-DA6B8C9CF5BE}"/>
              </a:ext>
            </a:extLst>
          </p:cNvPr>
          <p:cNvSpPr/>
          <p:nvPr/>
        </p:nvSpPr>
        <p:spPr>
          <a:xfrm>
            <a:off x="7018633" y="2501086"/>
            <a:ext cx="1939636" cy="39174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err="1"/>
              <a:t>S’authentifier</a:t>
            </a:r>
            <a:endParaRPr lang="fr-FR" dirty="0"/>
          </a:p>
        </p:txBody>
      </p:sp>
      <p:cxnSp>
        <p:nvCxnSpPr>
          <p:cNvPr id="23" name="Straight Connector 22">
            <a:extLst>
              <a:ext uri="{FF2B5EF4-FFF2-40B4-BE49-F238E27FC236}">
                <a16:creationId xmlns:a16="http://schemas.microsoft.com/office/drawing/2014/main" id="{057D3F92-E0F3-E990-064E-81A4CA94D696}"/>
              </a:ext>
            </a:extLst>
          </p:cNvPr>
          <p:cNvCxnSpPr>
            <a:cxnSpLocks/>
          </p:cNvCxnSpPr>
          <p:nvPr/>
        </p:nvCxnSpPr>
        <p:spPr>
          <a:xfrm flipV="1">
            <a:off x="1006764" y="392412"/>
            <a:ext cx="2423009" cy="2108674"/>
          </a:xfrm>
          <a:prstGeom prst="line">
            <a:avLst/>
          </a:prstGeom>
          <a:ln>
            <a:solidFill>
              <a:schemeClr val="bg1"/>
            </a:solidFill>
          </a:ln>
        </p:spPr>
        <p:style>
          <a:lnRef idx="1">
            <a:schemeClr val="accent3"/>
          </a:lnRef>
          <a:fillRef idx="0">
            <a:schemeClr val="accent3"/>
          </a:fillRef>
          <a:effectRef idx="0">
            <a:schemeClr val="accent3"/>
          </a:effectRef>
          <a:fontRef idx="minor">
            <a:schemeClr val="tx1"/>
          </a:fontRef>
        </p:style>
      </p:cxnSp>
      <p:cxnSp>
        <p:nvCxnSpPr>
          <p:cNvPr id="24" name="Straight Connector 23">
            <a:extLst>
              <a:ext uri="{FF2B5EF4-FFF2-40B4-BE49-F238E27FC236}">
                <a16:creationId xmlns:a16="http://schemas.microsoft.com/office/drawing/2014/main" id="{328F5075-A936-4EB5-624D-46A593DE4F17}"/>
              </a:ext>
            </a:extLst>
          </p:cNvPr>
          <p:cNvCxnSpPr>
            <a:cxnSpLocks/>
            <a:endCxn id="9" idx="2"/>
          </p:cNvCxnSpPr>
          <p:nvPr/>
        </p:nvCxnSpPr>
        <p:spPr>
          <a:xfrm flipV="1">
            <a:off x="1078781" y="859238"/>
            <a:ext cx="2350992" cy="1664433"/>
          </a:xfrm>
          <a:prstGeom prst="line">
            <a:avLst/>
          </a:prstGeom>
          <a:ln>
            <a:solidFill>
              <a:schemeClr val="bg1"/>
            </a:solidFill>
          </a:ln>
        </p:spPr>
        <p:style>
          <a:lnRef idx="1">
            <a:schemeClr val="accent3"/>
          </a:lnRef>
          <a:fillRef idx="0">
            <a:schemeClr val="accent3"/>
          </a:fillRef>
          <a:effectRef idx="0">
            <a:schemeClr val="accent3"/>
          </a:effectRef>
          <a:fontRef idx="minor">
            <a:schemeClr val="tx1"/>
          </a:fontRef>
        </p:style>
      </p:cxnSp>
      <p:cxnSp>
        <p:nvCxnSpPr>
          <p:cNvPr id="28" name="Straight Connector 27">
            <a:extLst>
              <a:ext uri="{FF2B5EF4-FFF2-40B4-BE49-F238E27FC236}">
                <a16:creationId xmlns:a16="http://schemas.microsoft.com/office/drawing/2014/main" id="{75AC08D1-973A-1E55-0E49-B87B88A95EDA}"/>
              </a:ext>
            </a:extLst>
          </p:cNvPr>
          <p:cNvCxnSpPr>
            <a:cxnSpLocks/>
            <a:endCxn id="10" idx="2"/>
          </p:cNvCxnSpPr>
          <p:nvPr/>
        </p:nvCxnSpPr>
        <p:spPr>
          <a:xfrm flipV="1">
            <a:off x="1063101" y="1340859"/>
            <a:ext cx="2695256" cy="1128267"/>
          </a:xfrm>
          <a:prstGeom prst="line">
            <a:avLst/>
          </a:prstGeom>
          <a:ln>
            <a:solidFill>
              <a:schemeClr val="bg1"/>
            </a:solidFill>
          </a:ln>
        </p:spPr>
        <p:style>
          <a:lnRef idx="1">
            <a:schemeClr val="accent3"/>
          </a:lnRef>
          <a:fillRef idx="0">
            <a:schemeClr val="accent3"/>
          </a:fillRef>
          <a:effectRef idx="0">
            <a:schemeClr val="accent3"/>
          </a:effectRef>
          <a:fontRef idx="minor">
            <a:schemeClr val="tx1"/>
          </a:fontRef>
        </p:style>
      </p:cxnSp>
      <p:cxnSp>
        <p:nvCxnSpPr>
          <p:cNvPr id="31" name="Straight Connector 30">
            <a:extLst>
              <a:ext uri="{FF2B5EF4-FFF2-40B4-BE49-F238E27FC236}">
                <a16:creationId xmlns:a16="http://schemas.microsoft.com/office/drawing/2014/main" id="{9FEC28E8-B554-F86D-7B98-8F6C5E5626B8}"/>
              </a:ext>
            </a:extLst>
          </p:cNvPr>
          <p:cNvCxnSpPr>
            <a:cxnSpLocks/>
            <a:endCxn id="11" idx="2"/>
          </p:cNvCxnSpPr>
          <p:nvPr/>
        </p:nvCxnSpPr>
        <p:spPr>
          <a:xfrm flipV="1">
            <a:off x="1102988" y="1868688"/>
            <a:ext cx="2655369" cy="577853"/>
          </a:xfrm>
          <a:prstGeom prst="line">
            <a:avLst/>
          </a:prstGeom>
          <a:ln>
            <a:solidFill>
              <a:schemeClr val="bg1"/>
            </a:solidFill>
          </a:ln>
        </p:spPr>
        <p:style>
          <a:lnRef idx="1">
            <a:schemeClr val="accent3"/>
          </a:lnRef>
          <a:fillRef idx="0">
            <a:schemeClr val="accent3"/>
          </a:fillRef>
          <a:effectRef idx="0">
            <a:schemeClr val="accent3"/>
          </a:effectRef>
          <a:fontRef idx="minor">
            <a:schemeClr val="tx1"/>
          </a:fontRef>
        </p:style>
      </p:cxnSp>
      <p:cxnSp>
        <p:nvCxnSpPr>
          <p:cNvPr id="34" name="Straight Connector 33">
            <a:extLst>
              <a:ext uri="{FF2B5EF4-FFF2-40B4-BE49-F238E27FC236}">
                <a16:creationId xmlns:a16="http://schemas.microsoft.com/office/drawing/2014/main" id="{4EFFCCDE-DB1A-455B-C40E-4428927A7B12}"/>
              </a:ext>
            </a:extLst>
          </p:cNvPr>
          <p:cNvCxnSpPr>
            <a:cxnSpLocks/>
            <a:endCxn id="12" idx="2"/>
          </p:cNvCxnSpPr>
          <p:nvPr/>
        </p:nvCxnSpPr>
        <p:spPr>
          <a:xfrm flipV="1">
            <a:off x="1078783" y="2370237"/>
            <a:ext cx="2434389" cy="76304"/>
          </a:xfrm>
          <a:prstGeom prst="line">
            <a:avLst/>
          </a:prstGeom>
          <a:ln>
            <a:solidFill>
              <a:schemeClr val="bg1"/>
            </a:solidFill>
          </a:ln>
        </p:spPr>
        <p:style>
          <a:lnRef idx="1">
            <a:schemeClr val="accent3"/>
          </a:lnRef>
          <a:fillRef idx="0">
            <a:schemeClr val="accent3"/>
          </a:fillRef>
          <a:effectRef idx="0">
            <a:schemeClr val="accent3"/>
          </a:effectRef>
          <a:fontRef idx="minor">
            <a:schemeClr val="tx1"/>
          </a:fontRef>
        </p:style>
      </p:cxnSp>
      <p:cxnSp>
        <p:nvCxnSpPr>
          <p:cNvPr id="37" name="Straight Connector 36">
            <a:extLst>
              <a:ext uri="{FF2B5EF4-FFF2-40B4-BE49-F238E27FC236}">
                <a16:creationId xmlns:a16="http://schemas.microsoft.com/office/drawing/2014/main" id="{2B393A94-74E3-1548-5928-D1376DACF0DC}"/>
              </a:ext>
            </a:extLst>
          </p:cNvPr>
          <p:cNvCxnSpPr>
            <a:cxnSpLocks/>
            <a:endCxn id="13" idx="2"/>
          </p:cNvCxnSpPr>
          <p:nvPr/>
        </p:nvCxnSpPr>
        <p:spPr>
          <a:xfrm>
            <a:off x="1078783" y="2446541"/>
            <a:ext cx="2403025" cy="446291"/>
          </a:xfrm>
          <a:prstGeom prst="line">
            <a:avLst/>
          </a:prstGeom>
          <a:ln>
            <a:solidFill>
              <a:schemeClr val="bg1"/>
            </a:solidFill>
          </a:ln>
        </p:spPr>
        <p:style>
          <a:lnRef idx="1">
            <a:schemeClr val="accent3"/>
          </a:lnRef>
          <a:fillRef idx="0">
            <a:schemeClr val="accent3"/>
          </a:fillRef>
          <a:effectRef idx="0">
            <a:schemeClr val="accent3"/>
          </a:effectRef>
          <a:fontRef idx="minor">
            <a:schemeClr val="tx1"/>
          </a:fontRef>
        </p:style>
      </p:cxnSp>
      <p:cxnSp>
        <p:nvCxnSpPr>
          <p:cNvPr id="40" name="Straight Connector 39">
            <a:extLst>
              <a:ext uri="{FF2B5EF4-FFF2-40B4-BE49-F238E27FC236}">
                <a16:creationId xmlns:a16="http://schemas.microsoft.com/office/drawing/2014/main" id="{1922D34F-5375-6A04-5B4D-347B0B477A54}"/>
              </a:ext>
            </a:extLst>
          </p:cNvPr>
          <p:cNvCxnSpPr>
            <a:cxnSpLocks/>
            <a:endCxn id="14" idx="2"/>
          </p:cNvCxnSpPr>
          <p:nvPr/>
        </p:nvCxnSpPr>
        <p:spPr>
          <a:xfrm>
            <a:off x="1078783" y="2446541"/>
            <a:ext cx="2434387" cy="953074"/>
          </a:xfrm>
          <a:prstGeom prst="line">
            <a:avLst/>
          </a:prstGeom>
          <a:ln>
            <a:solidFill>
              <a:schemeClr val="bg1"/>
            </a:solidFill>
          </a:ln>
        </p:spPr>
        <p:style>
          <a:lnRef idx="1">
            <a:schemeClr val="accent3"/>
          </a:lnRef>
          <a:fillRef idx="0">
            <a:schemeClr val="accent3"/>
          </a:fillRef>
          <a:effectRef idx="0">
            <a:schemeClr val="accent3"/>
          </a:effectRef>
          <a:fontRef idx="minor">
            <a:schemeClr val="tx1"/>
          </a:fontRef>
        </p:style>
      </p:cxnSp>
      <p:cxnSp>
        <p:nvCxnSpPr>
          <p:cNvPr id="43" name="Straight Connector 42">
            <a:extLst>
              <a:ext uri="{FF2B5EF4-FFF2-40B4-BE49-F238E27FC236}">
                <a16:creationId xmlns:a16="http://schemas.microsoft.com/office/drawing/2014/main" id="{F63A6517-9A68-E5BD-9900-70C180B93E52}"/>
              </a:ext>
            </a:extLst>
          </p:cNvPr>
          <p:cNvCxnSpPr>
            <a:cxnSpLocks/>
            <a:endCxn id="17" idx="2"/>
          </p:cNvCxnSpPr>
          <p:nvPr/>
        </p:nvCxnSpPr>
        <p:spPr>
          <a:xfrm>
            <a:off x="1102988" y="2469126"/>
            <a:ext cx="2326785" cy="1417917"/>
          </a:xfrm>
          <a:prstGeom prst="line">
            <a:avLst/>
          </a:prstGeom>
          <a:ln>
            <a:solidFill>
              <a:schemeClr val="bg1"/>
            </a:solidFill>
          </a:ln>
        </p:spPr>
        <p:style>
          <a:lnRef idx="1">
            <a:schemeClr val="accent3"/>
          </a:lnRef>
          <a:fillRef idx="0">
            <a:schemeClr val="accent3"/>
          </a:fillRef>
          <a:effectRef idx="0">
            <a:schemeClr val="accent3"/>
          </a:effectRef>
          <a:fontRef idx="minor">
            <a:schemeClr val="tx1"/>
          </a:fontRef>
        </p:style>
      </p:cxnSp>
      <p:cxnSp>
        <p:nvCxnSpPr>
          <p:cNvPr id="46" name="Straight Connector 45">
            <a:extLst>
              <a:ext uri="{FF2B5EF4-FFF2-40B4-BE49-F238E27FC236}">
                <a16:creationId xmlns:a16="http://schemas.microsoft.com/office/drawing/2014/main" id="{F91B4228-F0B6-790F-2EE3-8D9A0F2537CF}"/>
              </a:ext>
            </a:extLst>
          </p:cNvPr>
          <p:cNvCxnSpPr>
            <a:cxnSpLocks/>
            <a:endCxn id="19" idx="2"/>
          </p:cNvCxnSpPr>
          <p:nvPr/>
        </p:nvCxnSpPr>
        <p:spPr>
          <a:xfrm>
            <a:off x="1047421" y="2494989"/>
            <a:ext cx="2427690" cy="1916256"/>
          </a:xfrm>
          <a:prstGeom prst="line">
            <a:avLst/>
          </a:prstGeom>
          <a:ln>
            <a:solidFill>
              <a:schemeClr val="bg1"/>
            </a:solidFill>
          </a:ln>
        </p:spPr>
        <p:style>
          <a:lnRef idx="1">
            <a:schemeClr val="accent3"/>
          </a:lnRef>
          <a:fillRef idx="0">
            <a:schemeClr val="accent3"/>
          </a:fillRef>
          <a:effectRef idx="0">
            <a:schemeClr val="accent3"/>
          </a:effectRef>
          <a:fontRef idx="minor">
            <a:schemeClr val="tx1"/>
          </a:fontRef>
        </p:style>
      </p:cxnSp>
      <p:cxnSp>
        <p:nvCxnSpPr>
          <p:cNvPr id="49" name="Straight Connector 48">
            <a:extLst>
              <a:ext uri="{FF2B5EF4-FFF2-40B4-BE49-F238E27FC236}">
                <a16:creationId xmlns:a16="http://schemas.microsoft.com/office/drawing/2014/main" id="{7A1C4257-31E4-7C07-5FD4-3C209A209C0D}"/>
              </a:ext>
            </a:extLst>
          </p:cNvPr>
          <p:cNvCxnSpPr>
            <a:cxnSpLocks/>
            <a:endCxn id="20" idx="2"/>
          </p:cNvCxnSpPr>
          <p:nvPr/>
        </p:nvCxnSpPr>
        <p:spPr>
          <a:xfrm>
            <a:off x="1054578" y="2504371"/>
            <a:ext cx="2458591" cy="2449195"/>
          </a:xfrm>
          <a:prstGeom prst="line">
            <a:avLst/>
          </a:prstGeom>
          <a:ln>
            <a:solidFill>
              <a:schemeClr val="bg1"/>
            </a:solidFill>
          </a:ln>
        </p:spPr>
        <p:style>
          <a:lnRef idx="1">
            <a:schemeClr val="accent3"/>
          </a:lnRef>
          <a:fillRef idx="0">
            <a:schemeClr val="accent3"/>
          </a:fillRef>
          <a:effectRef idx="0">
            <a:schemeClr val="accent3"/>
          </a:effectRef>
          <a:fontRef idx="minor">
            <a:schemeClr val="tx1"/>
          </a:fontRef>
        </p:style>
      </p:cxnSp>
      <p:cxnSp>
        <p:nvCxnSpPr>
          <p:cNvPr id="58" name="Straight Arrow Connector 57">
            <a:extLst>
              <a:ext uri="{FF2B5EF4-FFF2-40B4-BE49-F238E27FC236}">
                <a16:creationId xmlns:a16="http://schemas.microsoft.com/office/drawing/2014/main" id="{F8CEF39B-34E0-A2D3-51CA-6BCB130877BB}"/>
              </a:ext>
            </a:extLst>
          </p:cNvPr>
          <p:cNvCxnSpPr>
            <a:cxnSpLocks/>
          </p:cNvCxnSpPr>
          <p:nvPr/>
        </p:nvCxnSpPr>
        <p:spPr>
          <a:xfrm flipH="1" flipV="1">
            <a:off x="5943178" y="343739"/>
            <a:ext cx="2194058" cy="2160632"/>
          </a:xfrm>
          <a:prstGeom prst="straightConnector1">
            <a:avLst/>
          </a:prstGeom>
          <a:ln w="9525"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0" name="Straight Arrow Connector 59">
            <a:extLst>
              <a:ext uri="{FF2B5EF4-FFF2-40B4-BE49-F238E27FC236}">
                <a16:creationId xmlns:a16="http://schemas.microsoft.com/office/drawing/2014/main" id="{325B4BEA-66FC-FBE5-1D2A-2280206EFB95}"/>
              </a:ext>
            </a:extLst>
          </p:cNvPr>
          <p:cNvCxnSpPr>
            <a:cxnSpLocks/>
            <a:stCxn id="9" idx="7"/>
            <a:endCxn id="7" idx="5"/>
          </p:cNvCxnSpPr>
          <p:nvPr/>
        </p:nvCxnSpPr>
        <p:spPr>
          <a:xfrm flipV="1">
            <a:off x="5085356" y="412839"/>
            <a:ext cx="500931" cy="307896"/>
          </a:xfrm>
          <a:prstGeom prst="straightConnector1">
            <a:avLst/>
          </a:prstGeom>
          <a:ln w="9525"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9" name="Straight Arrow Connector 68">
            <a:extLst>
              <a:ext uri="{FF2B5EF4-FFF2-40B4-BE49-F238E27FC236}">
                <a16:creationId xmlns:a16="http://schemas.microsoft.com/office/drawing/2014/main" id="{B2FBE59B-9B81-69D3-E13B-4BDDDB79901C}"/>
              </a:ext>
            </a:extLst>
          </p:cNvPr>
          <p:cNvCxnSpPr>
            <a:cxnSpLocks/>
            <a:stCxn id="10" idx="6"/>
            <a:endCxn id="21" idx="1"/>
          </p:cNvCxnSpPr>
          <p:nvPr/>
        </p:nvCxnSpPr>
        <p:spPr>
          <a:xfrm>
            <a:off x="5697993" y="1340859"/>
            <a:ext cx="1604693" cy="1217597"/>
          </a:xfrm>
          <a:prstGeom prst="straightConnector1">
            <a:avLst/>
          </a:prstGeom>
          <a:ln w="9525"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4" name="Straight Arrow Connector 73">
            <a:extLst>
              <a:ext uri="{FF2B5EF4-FFF2-40B4-BE49-F238E27FC236}">
                <a16:creationId xmlns:a16="http://schemas.microsoft.com/office/drawing/2014/main" id="{DB806E56-AFCD-8C51-52F1-CFD80BC16155}"/>
              </a:ext>
            </a:extLst>
          </p:cNvPr>
          <p:cNvCxnSpPr>
            <a:cxnSpLocks/>
          </p:cNvCxnSpPr>
          <p:nvPr/>
        </p:nvCxnSpPr>
        <p:spPr>
          <a:xfrm>
            <a:off x="5697993" y="1872481"/>
            <a:ext cx="1361648" cy="711377"/>
          </a:xfrm>
          <a:prstGeom prst="straightConnector1">
            <a:avLst/>
          </a:prstGeom>
          <a:ln w="9525"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6" name="Straight Arrow Connector 75">
            <a:extLst>
              <a:ext uri="{FF2B5EF4-FFF2-40B4-BE49-F238E27FC236}">
                <a16:creationId xmlns:a16="http://schemas.microsoft.com/office/drawing/2014/main" id="{6EC707A9-8DCB-8186-EF01-8FD2F88E72E1}"/>
              </a:ext>
            </a:extLst>
          </p:cNvPr>
          <p:cNvCxnSpPr>
            <a:cxnSpLocks/>
            <a:endCxn id="21" idx="2"/>
          </p:cNvCxnSpPr>
          <p:nvPr/>
        </p:nvCxnSpPr>
        <p:spPr>
          <a:xfrm>
            <a:off x="5916520" y="2370237"/>
            <a:ext cx="1102113" cy="326722"/>
          </a:xfrm>
          <a:prstGeom prst="straightConnector1">
            <a:avLst/>
          </a:prstGeom>
          <a:ln w="9525"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0" name="Straight Arrow Connector 79">
            <a:extLst>
              <a:ext uri="{FF2B5EF4-FFF2-40B4-BE49-F238E27FC236}">
                <a16:creationId xmlns:a16="http://schemas.microsoft.com/office/drawing/2014/main" id="{28124621-BCB8-641A-E4EB-2AFBB30A82FD}"/>
              </a:ext>
            </a:extLst>
          </p:cNvPr>
          <p:cNvCxnSpPr>
            <a:cxnSpLocks/>
          </p:cNvCxnSpPr>
          <p:nvPr/>
        </p:nvCxnSpPr>
        <p:spPr>
          <a:xfrm flipV="1">
            <a:off x="6082687" y="2810060"/>
            <a:ext cx="1023420" cy="74614"/>
          </a:xfrm>
          <a:prstGeom prst="straightConnector1">
            <a:avLst/>
          </a:prstGeom>
          <a:ln w="9525"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2" name="Straight Arrow Connector 81">
            <a:extLst>
              <a:ext uri="{FF2B5EF4-FFF2-40B4-BE49-F238E27FC236}">
                <a16:creationId xmlns:a16="http://schemas.microsoft.com/office/drawing/2014/main" id="{4EF9E87B-BA01-20F4-C212-2721FC4DFDD8}"/>
              </a:ext>
            </a:extLst>
          </p:cNvPr>
          <p:cNvCxnSpPr>
            <a:cxnSpLocks/>
            <a:endCxn id="21" idx="3"/>
          </p:cNvCxnSpPr>
          <p:nvPr/>
        </p:nvCxnSpPr>
        <p:spPr>
          <a:xfrm flipV="1">
            <a:off x="6126478" y="2835462"/>
            <a:ext cx="1176208" cy="554059"/>
          </a:xfrm>
          <a:prstGeom prst="straightConnector1">
            <a:avLst/>
          </a:prstGeom>
          <a:ln w="9525"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4" name="Straight Arrow Connector 83">
            <a:extLst>
              <a:ext uri="{FF2B5EF4-FFF2-40B4-BE49-F238E27FC236}">
                <a16:creationId xmlns:a16="http://schemas.microsoft.com/office/drawing/2014/main" id="{1DFF62E1-A9A2-8A5B-4591-A3A4028C0701}"/>
              </a:ext>
            </a:extLst>
          </p:cNvPr>
          <p:cNvCxnSpPr>
            <a:cxnSpLocks/>
          </p:cNvCxnSpPr>
          <p:nvPr/>
        </p:nvCxnSpPr>
        <p:spPr>
          <a:xfrm flipV="1">
            <a:off x="6030652" y="2892832"/>
            <a:ext cx="1469275" cy="964354"/>
          </a:xfrm>
          <a:prstGeom prst="straightConnector1">
            <a:avLst/>
          </a:prstGeom>
          <a:ln w="9525"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6" name="Straight Arrow Connector 85">
            <a:extLst>
              <a:ext uri="{FF2B5EF4-FFF2-40B4-BE49-F238E27FC236}">
                <a16:creationId xmlns:a16="http://schemas.microsoft.com/office/drawing/2014/main" id="{7EB4ABE2-3638-F27B-EE4F-A6BAAFD7DFA3}"/>
              </a:ext>
            </a:extLst>
          </p:cNvPr>
          <p:cNvCxnSpPr>
            <a:cxnSpLocks/>
            <a:stCxn id="19" idx="6"/>
          </p:cNvCxnSpPr>
          <p:nvPr/>
        </p:nvCxnSpPr>
        <p:spPr>
          <a:xfrm flipV="1">
            <a:off x="6206836" y="2900486"/>
            <a:ext cx="1575450" cy="1510759"/>
          </a:xfrm>
          <a:prstGeom prst="straightConnector1">
            <a:avLst/>
          </a:prstGeom>
          <a:ln w="9525"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9" name="Straight Arrow Connector 88">
            <a:extLst>
              <a:ext uri="{FF2B5EF4-FFF2-40B4-BE49-F238E27FC236}">
                <a16:creationId xmlns:a16="http://schemas.microsoft.com/office/drawing/2014/main" id="{6CE63A9A-668D-36A6-5BDF-211702CDD039}"/>
              </a:ext>
            </a:extLst>
          </p:cNvPr>
          <p:cNvCxnSpPr>
            <a:cxnSpLocks/>
            <a:stCxn id="20" idx="6"/>
          </p:cNvCxnSpPr>
          <p:nvPr/>
        </p:nvCxnSpPr>
        <p:spPr>
          <a:xfrm flipV="1">
            <a:off x="6114048" y="2918234"/>
            <a:ext cx="2023188" cy="2035332"/>
          </a:xfrm>
          <a:prstGeom prst="straightConnector1">
            <a:avLst/>
          </a:prstGeom>
          <a:ln w="9525"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2" name="Espace réservé du texte 8">
            <a:extLst>
              <a:ext uri="{FF2B5EF4-FFF2-40B4-BE49-F238E27FC236}">
                <a16:creationId xmlns:a16="http://schemas.microsoft.com/office/drawing/2014/main" id="{1A7AACDA-862A-80FC-40C3-335B0B017CD3}"/>
              </a:ext>
            </a:extLst>
          </p:cNvPr>
          <p:cNvSpPr txBox="1">
            <a:spLocks/>
          </p:cNvSpPr>
          <p:nvPr/>
        </p:nvSpPr>
        <p:spPr bwMode="gray">
          <a:xfrm>
            <a:off x="6427204" y="663844"/>
            <a:ext cx="1182858" cy="349710"/>
          </a:xfrm>
          <a:prstGeom prst="rect">
            <a:avLst/>
          </a:prstGeom>
        </p:spPr>
        <p:txBody>
          <a:bodyPr/>
          <a:lstStyle>
            <a:lvl1pPr marL="0" indent="0" algn="l" defTabSz="914199" rtl="0" eaLnBrk="1" latinLnBrk="0" hangingPunct="1">
              <a:spcBef>
                <a:spcPts val="800"/>
              </a:spcBef>
              <a:buClr>
                <a:srgbClr val="CF022B"/>
              </a:buClr>
              <a:buSzPct val="90000"/>
              <a:buFont typeface="Arial" panose="020B0604020202020204" pitchFamily="34" charset="0"/>
              <a:buNone/>
              <a:tabLst/>
              <a:defRPr sz="1400" b="0" kern="1200" normalizeH="0" baseline="0">
                <a:solidFill>
                  <a:schemeClr val="tx1">
                    <a:lumMod val="50000"/>
                    <a:lumOff val="50000"/>
                  </a:schemeClr>
                </a:solidFill>
                <a:latin typeface="+mn-lt"/>
                <a:ea typeface="+mn-ea"/>
                <a:cs typeface="+mn-cs"/>
              </a:defRPr>
            </a:lvl1pPr>
            <a:lvl2pPr marL="0" indent="0" algn="l" defTabSz="914199" rtl="0" eaLnBrk="1" latinLnBrk="0" hangingPunct="1">
              <a:spcBef>
                <a:spcPts val="800"/>
              </a:spcBef>
              <a:buClr>
                <a:schemeClr val="accent4"/>
              </a:buClr>
              <a:buSzPct val="100000"/>
              <a:buFont typeface="Arial" panose="020B0604020202020204" pitchFamily="34" charset="0"/>
              <a:buNone/>
              <a:tabLst/>
              <a:defRPr sz="1400" b="1" kern="1200">
                <a:solidFill>
                  <a:schemeClr val="tx1"/>
                </a:solidFill>
                <a:latin typeface="+mn-lt"/>
                <a:ea typeface="+mn-ea"/>
                <a:cs typeface="+mn-cs"/>
              </a:defRPr>
            </a:lvl2pPr>
            <a:lvl3pPr marL="493713" marR="0" indent="0" algn="l" defTabSz="725488" rtl="0" eaLnBrk="1" fontAlgn="auto" latinLnBrk="0" hangingPunct="1">
              <a:lnSpc>
                <a:spcPct val="100000"/>
              </a:lnSpc>
              <a:spcBef>
                <a:spcPts val="411"/>
              </a:spcBef>
              <a:spcAft>
                <a:spcPts val="0"/>
              </a:spcAft>
              <a:buClrTx/>
              <a:buSzTx/>
              <a:buFont typeface="Calibri" panose="020F0502020204030204" pitchFamily="34" charset="0"/>
              <a:buNone/>
              <a:tabLst/>
              <a:defRPr lang="fr-FR" sz="1600" i="0" kern="1200" baseline="0">
                <a:solidFill>
                  <a:schemeClr val="tx1"/>
                </a:solidFill>
                <a:latin typeface="+mn-lt"/>
                <a:ea typeface="+mn-ea"/>
                <a:cs typeface="+mn-cs"/>
              </a:defRPr>
            </a:lvl3pPr>
            <a:lvl4pPr marL="898525" indent="0" algn="l" defTabSz="914199" rtl="0" eaLnBrk="1" latinLnBrk="0" hangingPunct="1">
              <a:spcBef>
                <a:spcPts val="0"/>
              </a:spcBef>
              <a:buFont typeface="Arial" panose="020B0604020202020204" pitchFamily="34" charset="0"/>
              <a:buNone/>
              <a:tabLst/>
              <a:defRPr sz="1600" i="0" kern="1200">
                <a:solidFill>
                  <a:schemeClr val="tx1"/>
                </a:solidFill>
                <a:latin typeface="+mn-lt"/>
                <a:ea typeface="+mn-ea"/>
                <a:cs typeface="+mn-cs"/>
              </a:defRPr>
            </a:lvl4pPr>
            <a:lvl5pPr marL="898525" marR="0" indent="0" algn="l" defTabSz="914199" rtl="0" eaLnBrk="1" fontAlgn="auto" latinLnBrk="0" hangingPunct="1">
              <a:lnSpc>
                <a:spcPct val="100000"/>
              </a:lnSpc>
              <a:spcBef>
                <a:spcPts val="0"/>
              </a:spcBef>
              <a:spcAft>
                <a:spcPts val="0"/>
              </a:spcAft>
              <a:buClrTx/>
              <a:buSzTx/>
              <a:buFont typeface="Arial" panose="020B0604020202020204" pitchFamily="34" charset="0"/>
              <a:buNone/>
              <a:tabLst/>
              <a:defRPr sz="1600" i="0" kern="1200">
                <a:solidFill>
                  <a:schemeClr val="tx1"/>
                </a:solidFill>
                <a:latin typeface="+mn-lt"/>
                <a:ea typeface="+mn-ea"/>
                <a:cs typeface="+mn-cs"/>
              </a:defRPr>
            </a:lvl5pPr>
            <a:lvl6pPr marL="1079500" indent="-88900" algn="l" defTabSz="914199" rtl="0" eaLnBrk="1" latinLnBrk="0" hangingPunct="1">
              <a:spcBef>
                <a:spcPct val="20000"/>
              </a:spcBef>
              <a:buFont typeface="Calibri" panose="020F0502020204030204" pitchFamily="34" charset="0"/>
              <a:buChar char="‐"/>
              <a:defRPr sz="1600" kern="1200">
                <a:solidFill>
                  <a:schemeClr val="tx1"/>
                </a:solidFill>
                <a:latin typeface="+mn-lt"/>
                <a:ea typeface="+mn-ea"/>
                <a:cs typeface="+mn-cs"/>
              </a:defRPr>
            </a:lvl6pPr>
            <a:lvl7pPr marL="360000" indent="0" algn="l" defTabSz="914199" rtl="0" eaLnBrk="1" latinLnBrk="0" hangingPunct="1">
              <a:spcBef>
                <a:spcPct val="20000"/>
              </a:spcBef>
              <a:buFont typeface="Calibri" panose="020F0502020204030204" pitchFamily="34" charset="0"/>
              <a:buChar char="‐"/>
              <a:defRPr sz="1600" kern="1200">
                <a:solidFill>
                  <a:schemeClr val="tx1"/>
                </a:solidFill>
                <a:latin typeface="+mn-lt"/>
                <a:ea typeface="+mn-ea"/>
                <a:cs typeface="+mn-cs"/>
              </a:defRPr>
            </a:lvl7pPr>
            <a:lvl8pPr marL="3428245" indent="-228550" algn="l" defTabSz="914199"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345" indent="-228550" algn="l" defTabSz="914199"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fr-FR" dirty="0">
                <a:solidFill>
                  <a:schemeClr val="bg1">
                    <a:lumMod val="50000"/>
                  </a:schemeClr>
                </a:solidFill>
              </a:rPr>
              <a:t>&lt;&lt;</a:t>
            </a:r>
            <a:r>
              <a:rPr lang="fr-FR" dirty="0" err="1">
                <a:solidFill>
                  <a:schemeClr val="bg1">
                    <a:lumMod val="50000"/>
                  </a:schemeClr>
                </a:solidFill>
              </a:rPr>
              <a:t>include</a:t>
            </a:r>
            <a:r>
              <a:rPr lang="fr-FR" dirty="0">
                <a:solidFill>
                  <a:schemeClr val="bg1">
                    <a:lumMod val="50000"/>
                  </a:schemeClr>
                </a:solidFill>
              </a:rPr>
              <a:t>&gt;&gt;</a:t>
            </a:r>
          </a:p>
        </p:txBody>
      </p:sp>
      <p:sp>
        <p:nvSpPr>
          <p:cNvPr id="93" name="Espace réservé du texte 8">
            <a:extLst>
              <a:ext uri="{FF2B5EF4-FFF2-40B4-BE49-F238E27FC236}">
                <a16:creationId xmlns:a16="http://schemas.microsoft.com/office/drawing/2014/main" id="{F887C95C-465C-39A7-947E-65122BF787A2}"/>
              </a:ext>
            </a:extLst>
          </p:cNvPr>
          <p:cNvSpPr txBox="1">
            <a:spLocks/>
          </p:cNvSpPr>
          <p:nvPr/>
        </p:nvSpPr>
        <p:spPr bwMode="gray">
          <a:xfrm>
            <a:off x="6906564" y="3953491"/>
            <a:ext cx="1182858" cy="349710"/>
          </a:xfrm>
          <a:prstGeom prst="rect">
            <a:avLst/>
          </a:prstGeom>
        </p:spPr>
        <p:txBody>
          <a:bodyPr/>
          <a:lstStyle>
            <a:lvl1pPr marL="0" indent="0" algn="l" defTabSz="914199" rtl="0" eaLnBrk="1" latinLnBrk="0" hangingPunct="1">
              <a:spcBef>
                <a:spcPts val="800"/>
              </a:spcBef>
              <a:buClr>
                <a:srgbClr val="CF022B"/>
              </a:buClr>
              <a:buSzPct val="90000"/>
              <a:buFont typeface="Arial" panose="020B0604020202020204" pitchFamily="34" charset="0"/>
              <a:buNone/>
              <a:tabLst/>
              <a:defRPr sz="1400" b="0" kern="1200" normalizeH="0" baseline="0">
                <a:solidFill>
                  <a:schemeClr val="tx1">
                    <a:lumMod val="50000"/>
                    <a:lumOff val="50000"/>
                  </a:schemeClr>
                </a:solidFill>
                <a:latin typeface="+mn-lt"/>
                <a:ea typeface="+mn-ea"/>
                <a:cs typeface="+mn-cs"/>
              </a:defRPr>
            </a:lvl1pPr>
            <a:lvl2pPr marL="0" indent="0" algn="l" defTabSz="914199" rtl="0" eaLnBrk="1" latinLnBrk="0" hangingPunct="1">
              <a:spcBef>
                <a:spcPts val="800"/>
              </a:spcBef>
              <a:buClr>
                <a:schemeClr val="accent4"/>
              </a:buClr>
              <a:buSzPct val="100000"/>
              <a:buFont typeface="Arial" panose="020B0604020202020204" pitchFamily="34" charset="0"/>
              <a:buNone/>
              <a:tabLst/>
              <a:defRPr sz="1400" b="1" kern="1200">
                <a:solidFill>
                  <a:schemeClr val="tx1"/>
                </a:solidFill>
                <a:latin typeface="+mn-lt"/>
                <a:ea typeface="+mn-ea"/>
                <a:cs typeface="+mn-cs"/>
              </a:defRPr>
            </a:lvl2pPr>
            <a:lvl3pPr marL="493713" marR="0" indent="0" algn="l" defTabSz="725488" rtl="0" eaLnBrk="1" fontAlgn="auto" latinLnBrk="0" hangingPunct="1">
              <a:lnSpc>
                <a:spcPct val="100000"/>
              </a:lnSpc>
              <a:spcBef>
                <a:spcPts val="411"/>
              </a:spcBef>
              <a:spcAft>
                <a:spcPts val="0"/>
              </a:spcAft>
              <a:buClrTx/>
              <a:buSzTx/>
              <a:buFont typeface="Calibri" panose="020F0502020204030204" pitchFamily="34" charset="0"/>
              <a:buNone/>
              <a:tabLst/>
              <a:defRPr lang="fr-FR" sz="1600" i="0" kern="1200" baseline="0">
                <a:solidFill>
                  <a:schemeClr val="tx1"/>
                </a:solidFill>
                <a:latin typeface="+mn-lt"/>
                <a:ea typeface="+mn-ea"/>
                <a:cs typeface="+mn-cs"/>
              </a:defRPr>
            </a:lvl3pPr>
            <a:lvl4pPr marL="898525" indent="0" algn="l" defTabSz="914199" rtl="0" eaLnBrk="1" latinLnBrk="0" hangingPunct="1">
              <a:spcBef>
                <a:spcPts val="0"/>
              </a:spcBef>
              <a:buFont typeface="Arial" panose="020B0604020202020204" pitchFamily="34" charset="0"/>
              <a:buNone/>
              <a:tabLst/>
              <a:defRPr sz="1600" i="0" kern="1200">
                <a:solidFill>
                  <a:schemeClr val="tx1"/>
                </a:solidFill>
                <a:latin typeface="+mn-lt"/>
                <a:ea typeface="+mn-ea"/>
                <a:cs typeface="+mn-cs"/>
              </a:defRPr>
            </a:lvl4pPr>
            <a:lvl5pPr marL="898525" marR="0" indent="0" algn="l" defTabSz="914199" rtl="0" eaLnBrk="1" fontAlgn="auto" latinLnBrk="0" hangingPunct="1">
              <a:lnSpc>
                <a:spcPct val="100000"/>
              </a:lnSpc>
              <a:spcBef>
                <a:spcPts val="0"/>
              </a:spcBef>
              <a:spcAft>
                <a:spcPts val="0"/>
              </a:spcAft>
              <a:buClrTx/>
              <a:buSzTx/>
              <a:buFont typeface="Arial" panose="020B0604020202020204" pitchFamily="34" charset="0"/>
              <a:buNone/>
              <a:tabLst/>
              <a:defRPr sz="1600" i="0" kern="1200">
                <a:solidFill>
                  <a:schemeClr val="tx1"/>
                </a:solidFill>
                <a:latin typeface="+mn-lt"/>
                <a:ea typeface="+mn-ea"/>
                <a:cs typeface="+mn-cs"/>
              </a:defRPr>
            </a:lvl5pPr>
            <a:lvl6pPr marL="1079500" indent="-88900" algn="l" defTabSz="914199" rtl="0" eaLnBrk="1" latinLnBrk="0" hangingPunct="1">
              <a:spcBef>
                <a:spcPct val="20000"/>
              </a:spcBef>
              <a:buFont typeface="Calibri" panose="020F0502020204030204" pitchFamily="34" charset="0"/>
              <a:buChar char="‐"/>
              <a:defRPr sz="1600" kern="1200">
                <a:solidFill>
                  <a:schemeClr val="tx1"/>
                </a:solidFill>
                <a:latin typeface="+mn-lt"/>
                <a:ea typeface="+mn-ea"/>
                <a:cs typeface="+mn-cs"/>
              </a:defRPr>
            </a:lvl6pPr>
            <a:lvl7pPr marL="360000" indent="0" algn="l" defTabSz="914199" rtl="0" eaLnBrk="1" latinLnBrk="0" hangingPunct="1">
              <a:spcBef>
                <a:spcPct val="20000"/>
              </a:spcBef>
              <a:buFont typeface="Calibri" panose="020F0502020204030204" pitchFamily="34" charset="0"/>
              <a:buChar char="‐"/>
              <a:defRPr sz="1600" kern="1200">
                <a:solidFill>
                  <a:schemeClr val="tx1"/>
                </a:solidFill>
                <a:latin typeface="+mn-lt"/>
                <a:ea typeface="+mn-ea"/>
                <a:cs typeface="+mn-cs"/>
              </a:defRPr>
            </a:lvl7pPr>
            <a:lvl8pPr marL="3428245" indent="-228550" algn="l" defTabSz="914199"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345" indent="-228550" algn="l" defTabSz="914199"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fr-FR" dirty="0">
                <a:solidFill>
                  <a:schemeClr val="bg1">
                    <a:lumMod val="50000"/>
                  </a:schemeClr>
                </a:solidFill>
              </a:rPr>
              <a:t>&lt;&lt;</a:t>
            </a:r>
            <a:r>
              <a:rPr lang="fr-FR" dirty="0" err="1">
                <a:solidFill>
                  <a:schemeClr val="bg1">
                    <a:lumMod val="50000"/>
                  </a:schemeClr>
                </a:solidFill>
              </a:rPr>
              <a:t>include</a:t>
            </a:r>
            <a:r>
              <a:rPr lang="fr-FR" dirty="0">
                <a:solidFill>
                  <a:schemeClr val="bg1">
                    <a:lumMod val="50000"/>
                  </a:schemeClr>
                </a:solidFill>
              </a:rPr>
              <a:t>&gt;&gt;</a:t>
            </a:r>
          </a:p>
        </p:txBody>
      </p:sp>
      <p:sp>
        <p:nvSpPr>
          <p:cNvPr id="94" name="Espace réservé du texte 8">
            <a:extLst>
              <a:ext uri="{FF2B5EF4-FFF2-40B4-BE49-F238E27FC236}">
                <a16:creationId xmlns:a16="http://schemas.microsoft.com/office/drawing/2014/main" id="{C3A51745-F469-8FAB-C626-E2AAE53B0B30}"/>
              </a:ext>
            </a:extLst>
          </p:cNvPr>
          <p:cNvSpPr txBox="1">
            <a:spLocks/>
          </p:cNvSpPr>
          <p:nvPr/>
        </p:nvSpPr>
        <p:spPr bwMode="gray">
          <a:xfrm>
            <a:off x="5195959" y="513244"/>
            <a:ext cx="1182858" cy="349710"/>
          </a:xfrm>
          <a:prstGeom prst="rect">
            <a:avLst/>
          </a:prstGeom>
        </p:spPr>
        <p:txBody>
          <a:bodyPr/>
          <a:lstStyle>
            <a:lvl1pPr marL="0" indent="0" algn="l" defTabSz="914199" rtl="0" eaLnBrk="1" latinLnBrk="0" hangingPunct="1">
              <a:spcBef>
                <a:spcPts val="800"/>
              </a:spcBef>
              <a:buClr>
                <a:srgbClr val="CF022B"/>
              </a:buClr>
              <a:buSzPct val="90000"/>
              <a:buFont typeface="Arial" panose="020B0604020202020204" pitchFamily="34" charset="0"/>
              <a:buNone/>
              <a:tabLst/>
              <a:defRPr sz="1400" b="0" kern="1200" normalizeH="0" baseline="0">
                <a:solidFill>
                  <a:schemeClr val="tx1">
                    <a:lumMod val="50000"/>
                    <a:lumOff val="50000"/>
                  </a:schemeClr>
                </a:solidFill>
                <a:latin typeface="+mn-lt"/>
                <a:ea typeface="+mn-ea"/>
                <a:cs typeface="+mn-cs"/>
              </a:defRPr>
            </a:lvl1pPr>
            <a:lvl2pPr marL="0" indent="0" algn="l" defTabSz="914199" rtl="0" eaLnBrk="1" latinLnBrk="0" hangingPunct="1">
              <a:spcBef>
                <a:spcPts val="800"/>
              </a:spcBef>
              <a:buClr>
                <a:schemeClr val="accent4"/>
              </a:buClr>
              <a:buSzPct val="100000"/>
              <a:buFont typeface="Arial" panose="020B0604020202020204" pitchFamily="34" charset="0"/>
              <a:buNone/>
              <a:tabLst/>
              <a:defRPr sz="1400" b="1" kern="1200">
                <a:solidFill>
                  <a:schemeClr val="tx1"/>
                </a:solidFill>
                <a:latin typeface="+mn-lt"/>
                <a:ea typeface="+mn-ea"/>
                <a:cs typeface="+mn-cs"/>
              </a:defRPr>
            </a:lvl2pPr>
            <a:lvl3pPr marL="493713" marR="0" indent="0" algn="l" defTabSz="725488" rtl="0" eaLnBrk="1" fontAlgn="auto" latinLnBrk="0" hangingPunct="1">
              <a:lnSpc>
                <a:spcPct val="100000"/>
              </a:lnSpc>
              <a:spcBef>
                <a:spcPts val="411"/>
              </a:spcBef>
              <a:spcAft>
                <a:spcPts val="0"/>
              </a:spcAft>
              <a:buClrTx/>
              <a:buSzTx/>
              <a:buFont typeface="Calibri" panose="020F0502020204030204" pitchFamily="34" charset="0"/>
              <a:buNone/>
              <a:tabLst/>
              <a:defRPr lang="fr-FR" sz="1600" i="0" kern="1200" baseline="0">
                <a:solidFill>
                  <a:schemeClr val="tx1"/>
                </a:solidFill>
                <a:latin typeface="+mn-lt"/>
                <a:ea typeface="+mn-ea"/>
                <a:cs typeface="+mn-cs"/>
              </a:defRPr>
            </a:lvl3pPr>
            <a:lvl4pPr marL="898525" indent="0" algn="l" defTabSz="914199" rtl="0" eaLnBrk="1" latinLnBrk="0" hangingPunct="1">
              <a:spcBef>
                <a:spcPts val="0"/>
              </a:spcBef>
              <a:buFont typeface="Arial" panose="020B0604020202020204" pitchFamily="34" charset="0"/>
              <a:buNone/>
              <a:tabLst/>
              <a:defRPr sz="1600" i="0" kern="1200">
                <a:solidFill>
                  <a:schemeClr val="tx1"/>
                </a:solidFill>
                <a:latin typeface="+mn-lt"/>
                <a:ea typeface="+mn-ea"/>
                <a:cs typeface="+mn-cs"/>
              </a:defRPr>
            </a:lvl4pPr>
            <a:lvl5pPr marL="898525" marR="0" indent="0" algn="l" defTabSz="914199" rtl="0" eaLnBrk="1" fontAlgn="auto" latinLnBrk="0" hangingPunct="1">
              <a:lnSpc>
                <a:spcPct val="100000"/>
              </a:lnSpc>
              <a:spcBef>
                <a:spcPts val="0"/>
              </a:spcBef>
              <a:spcAft>
                <a:spcPts val="0"/>
              </a:spcAft>
              <a:buClrTx/>
              <a:buSzTx/>
              <a:buFont typeface="Arial" panose="020B0604020202020204" pitchFamily="34" charset="0"/>
              <a:buNone/>
              <a:tabLst/>
              <a:defRPr sz="1600" i="0" kern="1200">
                <a:solidFill>
                  <a:schemeClr val="tx1"/>
                </a:solidFill>
                <a:latin typeface="+mn-lt"/>
                <a:ea typeface="+mn-ea"/>
                <a:cs typeface="+mn-cs"/>
              </a:defRPr>
            </a:lvl5pPr>
            <a:lvl6pPr marL="1079500" indent="-88900" algn="l" defTabSz="914199" rtl="0" eaLnBrk="1" latinLnBrk="0" hangingPunct="1">
              <a:spcBef>
                <a:spcPct val="20000"/>
              </a:spcBef>
              <a:buFont typeface="Calibri" panose="020F0502020204030204" pitchFamily="34" charset="0"/>
              <a:buChar char="‐"/>
              <a:defRPr sz="1600" kern="1200">
                <a:solidFill>
                  <a:schemeClr val="tx1"/>
                </a:solidFill>
                <a:latin typeface="+mn-lt"/>
                <a:ea typeface="+mn-ea"/>
                <a:cs typeface="+mn-cs"/>
              </a:defRPr>
            </a:lvl6pPr>
            <a:lvl7pPr marL="360000" indent="0" algn="l" defTabSz="914199" rtl="0" eaLnBrk="1" latinLnBrk="0" hangingPunct="1">
              <a:spcBef>
                <a:spcPct val="20000"/>
              </a:spcBef>
              <a:buFont typeface="Calibri" panose="020F0502020204030204" pitchFamily="34" charset="0"/>
              <a:buChar char="‐"/>
              <a:defRPr sz="1600" kern="1200">
                <a:solidFill>
                  <a:schemeClr val="tx1"/>
                </a:solidFill>
                <a:latin typeface="+mn-lt"/>
                <a:ea typeface="+mn-ea"/>
                <a:cs typeface="+mn-cs"/>
              </a:defRPr>
            </a:lvl7pPr>
            <a:lvl8pPr marL="3428245" indent="-228550" algn="l" defTabSz="914199"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345" indent="-228550" algn="l" defTabSz="914199"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fr-FR" dirty="0">
                <a:solidFill>
                  <a:schemeClr val="bg1">
                    <a:lumMod val="50000"/>
                  </a:schemeClr>
                </a:solidFill>
              </a:rPr>
              <a:t>&lt;&lt;</a:t>
            </a:r>
            <a:r>
              <a:rPr lang="fr-FR" dirty="0" err="1">
                <a:solidFill>
                  <a:schemeClr val="bg1">
                    <a:lumMod val="50000"/>
                  </a:schemeClr>
                </a:solidFill>
              </a:rPr>
              <a:t>include</a:t>
            </a:r>
            <a:r>
              <a:rPr lang="fr-FR" dirty="0">
                <a:solidFill>
                  <a:schemeClr val="bg1">
                    <a:lumMod val="50000"/>
                  </a:schemeClr>
                </a:solidFill>
              </a:rPr>
              <a:t>&gt;&gt;</a:t>
            </a:r>
          </a:p>
        </p:txBody>
      </p:sp>
      <p:sp>
        <p:nvSpPr>
          <p:cNvPr id="95" name="Espace réservé du texte 8">
            <a:extLst>
              <a:ext uri="{FF2B5EF4-FFF2-40B4-BE49-F238E27FC236}">
                <a16:creationId xmlns:a16="http://schemas.microsoft.com/office/drawing/2014/main" id="{30202028-3729-5255-864A-FE3915D3E499}"/>
              </a:ext>
            </a:extLst>
          </p:cNvPr>
          <p:cNvSpPr txBox="1">
            <a:spLocks/>
          </p:cNvSpPr>
          <p:nvPr/>
        </p:nvSpPr>
        <p:spPr bwMode="gray">
          <a:xfrm>
            <a:off x="5923249" y="1435928"/>
            <a:ext cx="1182858" cy="349710"/>
          </a:xfrm>
          <a:prstGeom prst="rect">
            <a:avLst/>
          </a:prstGeom>
        </p:spPr>
        <p:txBody>
          <a:bodyPr/>
          <a:lstStyle>
            <a:lvl1pPr marL="0" indent="0" algn="l" defTabSz="914199" rtl="0" eaLnBrk="1" latinLnBrk="0" hangingPunct="1">
              <a:spcBef>
                <a:spcPts val="800"/>
              </a:spcBef>
              <a:buClr>
                <a:srgbClr val="CF022B"/>
              </a:buClr>
              <a:buSzPct val="90000"/>
              <a:buFont typeface="Arial" panose="020B0604020202020204" pitchFamily="34" charset="0"/>
              <a:buNone/>
              <a:tabLst/>
              <a:defRPr sz="1400" b="0" kern="1200" normalizeH="0" baseline="0">
                <a:solidFill>
                  <a:schemeClr val="tx1">
                    <a:lumMod val="50000"/>
                    <a:lumOff val="50000"/>
                  </a:schemeClr>
                </a:solidFill>
                <a:latin typeface="+mn-lt"/>
                <a:ea typeface="+mn-ea"/>
                <a:cs typeface="+mn-cs"/>
              </a:defRPr>
            </a:lvl1pPr>
            <a:lvl2pPr marL="0" indent="0" algn="l" defTabSz="914199" rtl="0" eaLnBrk="1" latinLnBrk="0" hangingPunct="1">
              <a:spcBef>
                <a:spcPts val="800"/>
              </a:spcBef>
              <a:buClr>
                <a:schemeClr val="accent4"/>
              </a:buClr>
              <a:buSzPct val="100000"/>
              <a:buFont typeface="Arial" panose="020B0604020202020204" pitchFamily="34" charset="0"/>
              <a:buNone/>
              <a:tabLst/>
              <a:defRPr sz="1400" b="1" kern="1200">
                <a:solidFill>
                  <a:schemeClr val="tx1"/>
                </a:solidFill>
                <a:latin typeface="+mn-lt"/>
                <a:ea typeface="+mn-ea"/>
                <a:cs typeface="+mn-cs"/>
              </a:defRPr>
            </a:lvl2pPr>
            <a:lvl3pPr marL="493713" marR="0" indent="0" algn="l" defTabSz="725488" rtl="0" eaLnBrk="1" fontAlgn="auto" latinLnBrk="0" hangingPunct="1">
              <a:lnSpc>
                <a:spcPct val="100000"/>
              </a:lnSpc>
              <a:spcBef>
                <a:spcPts val="411"/>
              </a:spcBef>
              <a:spcAft>
                <a:spcPts val="0"/>
              </a:spcAft>
              <a:buClrTx/>
              <a:buSzTx/>
              <a:buFont typeface="Calibri" panose="020F0502020204030204" pitchFamily="34" charset="0"/>
              <a:buNone/>
              <a:tabLst/>
              <a:defRPr lang="fr-FR" sz="1600" i="0" kern="1200" baseline="0">
                <a:solidFill>
                  <a:schemeClr val="tx1"/>
                </a:solidFill>
                <a:latin typeface="+mn-lt"/>
                <a:ea typeface="+mn-ea"/>
                <a:cs typeface="+mn-cs"/>
              </a:defRPr>
            </a:lvl3pPr>
            <a:lvl4pPr marL="898525" indent="0" algn="l" defTabSz="914199" rtl="0" eaLnBrk="1" latinLnBrk="0" hangingPunct="1">
              <a:spcBef>
                <a:spcPts val="0"/>
              </a:spcBef>
              <a:buFont typeface="Arial" panose="020B0604020202020204" pitchFamily="34" charset="0"/>
              <a:buNone/>
              <a:tabLst/>
              <a:defRPr sz="1600" i="0" kern="1200">
                <a:solidFill>
                  <a:schemeClr val="tx1"/>
                </a:solidFill>
                <a:latin typeface="+mn-lt"/>
                <a:ea typeface="+mn-ea"/>
                <a:cs typeface="+mn-cs"/>
              </a:defRPr>
            </a:lvl4pPr>
            <a:lvl5pPr marL="898525" marR="0" indent="0" algn="l" defTabSz="914199" rtl="0" eaLnBrk="1" fontAlgn="auto" latinLnBrk="0" hangingPunct="1">
              <a:lnSpc>
                <a:spcPct val="100000"/>
              </a:lnSpc>
              <a:spcBef>
                <a:spcPts val="0"/>
              </a:spcBef>
              <a:spcAft>
                <a:spcPts val="0"/>
              </a:spcAft>
              <a:buClrTx/>
              <a:buSzTx/>
              <a:buFont typeface="Arial" panose="020B0604020202020204" pitchFamily="34" charset="0"/>
              <a:buNone/>
              <a:tabLst/>
              <a:defRPr sz="1600" i="0" kern="1200">
                <a:solidFill>
                  <a:schemeClr val="tx1"/>
                </a:solidFill>
                <a:latin typeface="+mn-lt"/>
                <a:ea typeface="+mn-ea"/>
                <a:cs typeface="+mn-cs"/>
              </a:defRPr>
            </a:lvl5pPr>
            <a:lvl6pPr marL="1079500" indent="-88900" algn="l" defTabSz="914199" rtl="0" eaLnBrk="1" latinLnBrk="0" hangingPunct="1">
              <a:spcBef>
                <a:spcPct val="20000"/>
              </a:spcBef>
              <a:buFont typeface="Calibri" panose="020F0502020204030204" pitchFamily="34" charset="0"/>
              <a:buChar char="‐"/>
              <a:defRPr sz="1600" kern="1200">
                <a:solidFill>
                  <a:schemeClr val="tx1"/>
                </a:solidFill>
                <a:latin typeface="+mn-lt"/>
                <a:ea typeface="+mn-ea"/>
                <a:cs typeface="+mn-cs"/>
              </a:defRPr>
            </a:lvl6pPr>
            <a:lvl7pPr marL="360000" indent="0" algn="l" defTabSz="914199" rtl="0" eaLnBrk="1" latinLnBrk="0" hangingPunct="1">
              <a:spcBef>
                <a:spcPct val="20000"/>
              </a:spcBef>
              <a:buFont typeface="Calibri" panose="020F0502020204030204" pitchFamily="34" charset="0"/>
              <a:buChar char="‐"/>
              <a:defRPr sz="1600" kern="1200">
                <a:solidFill>
                  <a:schemeClr val="tx1"/>
                </a:solidFill>
                <a:latin typeface="+mn-lt"/>
                <a:ea typeface="+mn-ea"/>
                <a:cs typeface="+mn-cs"/>
              </a:defRPr>
            </a:lvl7pPr>
            <a:lvl8pPr marL="3428245" indent="-228550" algn="l" defTabSz="914199"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345" indent="-228550" algn="l" defTabSz="914199"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fr-FR" dirty="0">
                <a:solidFill>
                  <a:schemeClr val="bg1">
                    <a:lumMod val="50000"/>
                  </a:schemeClr>
                </a:solidFill>
              </a:rPr>
              <a:t>&lt;&lt;</a:t>
            </a:r>
            <a:r>
              <a:rPr lang="fr-FR" dirty="0" err="1">
                <a:solidFill>
                  <a:schemeClr val="bg1">
                    <a:lumMod val="50000"/>
                  </a:schemeClr>
                </a:solidFill>
              </a:rPr>
              <a:t>include</a:t>
            </a:r>
            <a:r>
              <a:rPr lang="fr-FR" dirty="0">
                <a:solidFill>
                  <a:schemeClr val="bg1">
                    <a:lumMod val="50000"/>
                  </a:schemeClr>
                </a:solidFill>
              </a:rPr>
              <a:t>&gt;&gt;</a:t>
            </a:r>
          </a:p>
        </p:txBody>
      </p:sp>
      <p:sp>
        <p:nvSpPr>
          <p:cNvPr id="96" name="Espace réservé du texte 8">
            <a:extLst>
              <a:ext uri="{FF2B5EF4-FFF2-40B4-BE49-F238E27FC236}">
                <a16:creationId xmlns:a16="http://schemas.microsoft.com/office/drawing/2014/main" id="{421C3ED0-FF4F-69B4-394B-788A60761174}"/>
              </a:ext>
            </a:extLst>
          </p:cNvPr>
          <p:cNvSpPr txBox="1">
            <a:spLocks/>
          </p:cNvSpPr>
          <p:nvPr/>
        </p:nvSpPr>
        <p:spPr bwMode="gray">
          <a:xfrm>
            <a:off x="6257570" y="3383974"/>
            <a:ext cx="1182858" cy="349710"/>
          </a:xfrm>
          <a:prstGeom prst="rect">
            <a:avLst/>
          </a:prstGeom>
        </p:spPr>
        <p:txBody>
          <a:bodyPr/>
          <a:lstStyle>
            <a:lvl1pPr marL="0" indent="0" algn="l" defTabSz="914199" rtl="0" eaLnBrk="1" latinLnBrk="0" hangingPunct="1">
              <a:spcBef>
                <a:spcPts val="800"/>
              </a:spcBef>
              <a:buClr>
                <a:srgbClr val="CF022B"/>
              </a:buClr>
              <a:buSzPct val="90000"/>
              <a:buFont typeface="Arial" panose="020B0604020202020204" pitchFamily="34" charset="0"/>
              <a:buNone/>
              <a:tabLst/>
              <a:defRPr sz="1400" b="0" kern="1200" normalizeH="0" baseline="0">
                <a:solidFill>
                  <a:schemeClr val="tx1">
                    <a:lumMod val="50000"/>
                    <a:lumOff val="50000"/>
                  </a:schemeClr>
                </a:solidFill>
                <a:latin typeface="+mn-lt"/>
                <a:ea typeface="+mn-ea"/>
                <a:cs typeface="+mn-cs"/>
              </a:defRPr>
            </a:lvl1pPr>
            <a:lvl2pPr marL="0" indent="0" algn="l" defTabSz="914199" rtl="0" eaLnBrk="1" latinLnBrk="0" hangingPunct="1">
              <a:spcBef>
                <a:spcPts val="800"/>
              </a:spcBef>
              <a:buClr>
                <a:schemeClr val="accent4"/>
              </a:buClr>
              <a:buSzPct val="100000"/>
              <a:buFont typeface="Arial" panose="020B0604020202020204" pitchFamily="34" charset="0"/>
              <a:buNone/>
              <a:tabLst/>
              <a:defRPr sz="1400" b="1" kern="1200">
                <a:solidFill>
                  <a:schemeClr val="tx1"/>
                </a:solidFill>
                <a:latin typeface="+mn-lt"/>
                <a:ea typeface="+mn-ea"/>
                <a:cs typeface="+mn-cs"/>
              </a:defRPr>
            </a:lvl2pPr>
            <a:lvl3pPr marL="493713" marR="0" indent="0" algn="l" defTabSz="725488" rtl="0" eaLnBrk="1" fontAlgn="auto" latinLnBrk="0" hangingPunct="1">
              <a:lnSpc>
                <a:spcPct val="100000"/>
              </a:lnSpc>
              <a:spcBef>
                <a:spcPts val="411"/>
              </a:spcBef>
              <a:spcAft>
                <a:spcPts val="0"/>
              </a:spcAft>
              <a:buClrTx/>
              <a:buSzTx/>
              <a:buFont typeface="Calibri" panose="020F0502020204030204" pitchFamily="34" charset="0"/>
              <a:buNone/>
              <a:tabLst/>
              <a:defRPr lang="fr-FR" sz="1600" i="0" kern="1200" baseline="0">
                <a:solidFill>
                  <a:schemeClr val="tx1"/>
                </a:solidFill>
                <a:latin typeface="+mn-lt"/>
                <a:ea typeface="+mn-ea"/>
                <a:cs typeface="+mn-cs"/>
              </a:defRPr>
            </a:lvl3pPr>
            <a:lvl4pPr marL="898525" indent="0" algn="l" defTabSz="914199" rtl="0" eaLnBrk="1" latinLnBrk="0" hangingPunct="1">
              <a:spcBef>
                <a:spcPts val="0"/>
              </a:spcBef>
              <a:buFont typeface="Arial" panose="020B0604020202020204" pitchFamily="34" charset="0"/>
              <a:buNone/>
              <a:tabLst/>
              <a:defRPr sz="1600" i="0" kern="1200">
                <a:solidFill>
                  <a:schemeClr val="tx1"/>
                </a:solidFill>
                <a:latin typeface="+mn-lt"/>
                <a:ea typeface="+mn-ea"/>
                <a:cs typeface="+mn-cs"/>
              </a:defRPr>
            </a:lvl4pPr>
            <a:lvl5pPr marL="898525" marR="0" indent="0" algn="l" defTabSz="914199" rtl="0" eaLnBrk="1" fontAlgn="auto" latinLnBrk="0" hangingPunct="1">
              <a:lnSpc>
                <a:spcPct val="100000"/>
              </a:lnSpc>
              <a:spcBef>
                <a:spcPts val="0"/>
              </a:spcBef>
              <a:spcAft>
                <a:spcPts val="0"/>
              </a:spcAft>
              <a:buClrTx/>
              <a:buSzTx/>
              <a:buFont typeface="Arial" panose="020B0604020202020204" pitchFamily="34" charset="0"/>
              <a:buNone/>
              <a:tabLst/>
              <a:defRPr sz="1600" i="0" kern="1200">
                <a:solidFill>
                  <a:schemeClr val="tx1"/>
                </a:solidFill>
                <a:latin typeface="+mn-lt"/>
                <a:ea typeface="+mn-ea"/>
                <a:cs typeface="+mn-cs"/>
              </a:defRPr>
            </a:lvl5pPr>
            <a:lvl6pPr marL="1079500" indent="-88900" algn="l" defTabSz="914199" rtl="0" eaLnBrk="1" latinLnBrk="0" hangingPunct="1">
              <a:spcBef>
                <a:spcPct val="20000"/>
              </a:spcBef>
              <a:buFont typeface="Calibri" panose="020F0502020204030204" pitchFamily="34" charset="0"/>
              <a:buChar char="‐"/>
              <a:defRPr sz="1600" kern="1200">
                <a:solidFill>
                  <a:schemeClr val="tx1"/>
                </a:solidFill>
                <a:latin typeface="+mn-lt"/>
                <a:ea typeface="+mn-ea"/>
                <a:cs typeface="+mn-cs"/>
              </a:defRPr>
            </a:lvl6pPr>
            <a:lvl7pPr marL="360000" indent="0" algn="l" defTabSz="914199" rtl="0" eaLnBrk="1" latinLnBrk="0" hangingPunct="1">
              <a:spcBef>
                <a:spcPct val="20000"/>
              </a:spcBef>
              <a:buFont typeface="Calibri" panose="020F0502020204030204" pitchFamily="34" charset="0"/>
              <a:buChar char="‐"/>
              <a:defRPr sz="1600" kern="1200">
                <a:solidFill>
                  <a:schemeClr val="tx1"/>
                </a:solidFill>
                <a:latin typeface="+mn-lt"/>
                <a:ea typeface="+mn-ea"/>
                <a:cs typeface="+mn-cs"/>
              </a:defRPr>
            </a:lvl7pPr>
            <a:lvl8pPr marL="3428245" indent="-228550" algn="l" defTabSz="914199"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345" indent="-228550" algn="l" defTabSz="914199"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fr-FR" dirty="0">
                <a:solidFill>
                  <a:schemeClr val="bg1">
                    <a:lumMod val="50000"/>
                  </a:schemeClr>
                </a:solidFill>
              </a:rPr>
              <a:t>&lt;&lt;</a:t>
            </a:r>
            <a:r>
              <a:rPr lang="fr-FR" dirty="0" err="1">
                <a:solidFill>
                  <a:schemeClr val="bg1">
                    <a:lumMod val="50000"/>
                  </a:schemeClr>
                </a:solidFill>
              </a:rPr>
              <a:t>include</a:t>
            </a:r>
            <a:r>
              <a:rPr lang="fr-FR" dirty="0">
                <a:solidFill>
                  <a:schemeClr val="bg1">
                    <a:lumMod val="50000"/>
                  </a:schemeClr>
                </a:solidFill>
              </a:rPr>
              <a:t>&gt;&gt;</a:t>
            </a:r>
          </a:p>
        </p:txBody>
      </p:sp>
      <p:sp>
        <p:nvSpPr>
          <p:cNvPr id="97" name="Espace réservé du texte 8">
            <a:extLst>
              <a:ext uri="{FF2B5EF4-FFF2-40B4-BE49-F238E27FC236}">
                <a16:creationId xmlns:a16="http://schemas.microsoft.com/office/drawing/2014/main" id="{039FCD37-E4B2-43FC-0798-CBBA4AD1FF3A}"/>
              </a:ext>
            </a:extLst>
          </p:cNvPr>
          <p:cNvSpPr txBox="1">
            <a:spLocks/>
          </p:cNvSpPr>
          <p:nvPr/>
        </p:nvSpPr>
        <p:spPr bwMode="gray">
          <a:xfrm>
            <a:off x="5778778" y="2525389"/>
            <a:ext cx="1182858" cy="349710"/>
          </a:xfrm>
          <a:prstGeom prst="rect">
            <a:avLst/>
          </a:prstGeom>
        </p:spPr>
        <p:txBody>
          <a:bodyPr/>
          <a:lstStyle>
            <a:lvl1pPr marL="0" indent="0" algn="l" defTabSz="914199" rtl="0" eaLnBrk="1" latinLnBrk="0" hangingPunct="1">
              <a:spcBef>
                <a:spcPts val="800"/>
              </a:spcBef>
              <a:buClr>
                <a:srgbClr val="CF022B"/>
              </a:buClr>
              <a:buSzPct val="90000"/>
              <a:buFont typeface="Arial" panose="020B0604020202020204" pitchFamily="34" charset="0"/>
              <a:buNone/>
              <a:tabLst/>
              <a:defRPr sz="1400" b="0" kern="1200" normalizeH="0" baseline="0">
                <a:solidFill>
                  <a:schemeClr val="tx1">
                    <a:lumMod val="50000"/>
                    <a:lumOff val="50000"/>
                  </a:schemeClr>
                </a:solidFill>
                <a:latin typeface="+mn-lt"/>
                <a:ea typeface="+mn-ea"/>
                <a:cs typeface="+mn-cs"/>
              </a:defRPr>
            </a:lvl1pPr>
            <a:lvl2pPr marL="0" indent="0" algn="l" defTabSz="914199" rtl="0" eaLnBrk="1" latinLnBrk="0" hangingPunct="1">
              <a:spcBef>
                <a:spcPts val="800"/>
              </a:spcBef>
              <a:buClr>
                <a:schemeClr val="accent4"/>
              </a:buClr>
              <a:buSzPct val="100000"/>
              <a:buFont typeface="Arial" panose="020B0604020202020204" pitchFamily="34" charset="0"/>
              <a:buNone/>
              <a:tabLst/>
              <a:defRPr sz="1400" b="1" kern="1200">
                <a:solidFill>
                  <a:schemeClr val="tx1"/>
                </a:solidFill>
                <a:latin typeface="+mn-lt"/>
                <a:ea typeface="+mn-ea"/>
                <a:cs typeface="+mn-cs"/>
              </a:defRPr>
            </a:lvl2pPr>
            <a:lvl3pPr marL="493713" marR="0" indent="0" algn="l" defTabSz="725488" rtl="0" eaLnBrk="1" fontAlgn="auto" latinLnBrk="0" hangingPunct="1">
              <a:lnSpc>
                <a:spcPct val="100000"/>
              </a:lnSpc>
              <a:spcBef>
                <a:spcPts val="411"/>
              </a:spcBef>
              <a:spcAft>
                <a:spcPts val="0"/>
              </a:spcAft>
              <a:buClrTx/>
              <a:buSzTx/>
              <a:buFont typeface="Calibri" panose="020F0502020204030204" pitchFamily="34" charset="0"/>
              <a:buNone/>
              <a:tabLst/>
              <a:defRPr lang="fr-FR" sz="1600" i="0" kern="1200" baseline="0">
                <a:solidFill>
                  <a:schemeClr val="tx1"/>
                </a:solidFill>
                <a:latin typeface="+mn-lt"/>
                <a:ea typeface="+mn-ea"/>
                <a:cs typeface="+mn-cs"/>
              </a:defRPr>
            </a:lvl3pPr>
            <a:lvl4pPr marL="898525" indent="0" algn="l" defTabSz="914199" rtl="0" eaLnBrk="1" latinLnBrk="0" hangingPunct="1">
              <a:spcBef>
                <a:spcPts val="0"/>
              </a:spcBef>
              <a:buFont typeface="Arial" panose="020B0604020202020204" pitchFamily="34" charset="0"/>
              <a:buNone/>
              <a:tabLst/>
              <a:defRPr sz="1600" i="0" kern="1200">
                <a:solidFill>
                  <a:schemeClr val="tx1"/>
                </a:solidFill>
                <a:latin typeface="+mn-lt"/>
                <a:ea typeface="+mn-ea"/>
                <a:cs typeface="+mn-cs"/>
              </a:defRPr>
            </a:lvl4pPr>
            <a:lvl5pPr marL="898525" marR="0" indent="0" algn="l" defTabSz="914199" rtl="0" eaLnBrk="1" fontAlgn="auto" latinLnBrk="0" hangingPunct="1">
              <a:lnSpc>
                <a:spcPct val="100000"/>
              </a:lnSpc>
              <a:spcBef>
                <a:spcPts val="0"/>
              </a:spcBef>
              <a:spcAft>
                <a:spcPts val="0"/>
              </a:spcAft>
              <a:buClrTx/>
              <a:buSzTx/>
              <a:buFont typeface="Arial" panose="020B0604020202020204" pitchFamily="34" charset="0"/>
              <a:buNone/>
              <a:tabLst/>
              <a:defRPr sz="1600" i="0" kern="1200">
                <a:solidFill>
                  <a:schemeClr val="tx1"/>
                </a:solidFill>
                <a:latin typeface="+mn-lt"/>
                <a:ea typeface="+mn-ea"/>
                <a:cs typeface="+mn-cs"/>
              </a:defRPr>
            </a:lvl5pPr>
            <a:lvl6pPr marL="1079500" indent="-88900" algn="l" defTabSz="914199" rtl="0" eaLnBrk="1" latinLnBrk="0" hangingPunct="1">
              <a:spcBef>
                <a:spcPct val="20000"/>
              </a:spcBef>
              <a:buFont typeface="Calibri" panose="020F0502020204030204" pitchFamily="34" charset="0"/>
              <a:buChar char="‐"/>
              <a:defRPr sz="1600" kern="1200">
                <a:solidFill>
                  <a:schemeClr val="tx1"/>
                </a:solidFill>
                <a:latin typeface="+mn-lt"/>
                <a:ea typeface="+mn-ea"/>
                <a:cs typeface="+mn-cs"/>
              </a:defRPr>
            </a:lvl6pPr>
            <a:lvl7pPr marL="360000" indent="0" algn="l" defTabSz="914199" rtl="0" eaLnBrk="1" latinLnBrk="0" hangingPunct="1">
              <a:spcBef>
                <a:spcPct val="20000"/>
              </a:spcBef>
              <a:buFont typeface="Calibri" panose="020F0502020204030204" pitchFamily="34" charset="0"/>
              <a:buChar char="‐"/>
              <a:defRPr sz="1600" kern="1200">
                <a:solidFill>
                  <a:schemeClr val="tx1"/>
                </a:solidFill>
                <a:latin typeface="+mn-lt"/>
                <a:ea typeface="+mn-ea"/>
                <a:cs typeface="+mn-cs"/>
              </a:defRPr>
            </a:lvl7pPr>
            <a:lvl8pPr marL="3428245" indent="-228550" algn="l" defTabSz="914199"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345" indent="-228550" algn="l" defTabSz="914199"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fr-FR" dirty="0">
                <a:solidFill>
                  <a:schemeClr val="bg1">
                    <a:lumMod val="50000"/>
                  </a:schemeClr>
                </a:solidFill>
              </a:rPr>
              <a:t>&lt;&lt;</a:t>
            </a:r>
            <a:r>
              <a:rPr lang="fr-FR" dirty="0" err="1">
                <a:solidFill>
                  <a:schemeClr val="bg1">
                    <a:lumMod val="50000"/>
                  </a:schemeClr>
                </a:solidFill>
              </a:rPr>
              <a:t>include</a:t>
            </a:r>
            <a:r>
              <a:rPr lang="fr-FR" dirty="0">
                <a:solidFill>
                  <a:schemeClr val="bg1">
                    <a:lumMod val="50000"/>
                  </a:schemeClr>
                </a:solidFill>
              </a:rPr>
              <a:t>&gt;&gt;</a:t>
            </a:r>
          </a:p>
        </p:txBody>
      </p:sp>
    </p:spTree>
    <p:extLst>
      <p:ext uri="{BB962C8B-B14F-4D97-AF65-F5344CB8AC3E}">
        <p14:creationId xmlns:p14="http://schemas.microsoft.com/office/powerpoint/2010/main" val="320965749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wipe(down)">
                                      <p:cBhvr>
                                        <p:cTn id="19" dur="500"/>
                                        <p:tgtEl>
                                          <p:spTgt spid="23"/>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wipe(down)">
                                      <p:cBhvr>
                                        <p:cTn id="27" dur="500"/>
                                        <p:tgtEl>
                                          <p:spTgt spid="24"/>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down)">
                                      <p:cBhvr>
                                        <p:cTn id="30" dur="500"/>
                                        <p:tgtEl>
                                          <p:spTgt spid="9"/>
                                        </p:tgtEl>
                                      </p:cBhvr>
                                    </p:animEffect>
                                  </p:childTnLst>
                                </p:cTn>
                              </p:par>
                              <p:par>
                                <p:cTn id="31" presetID="22" presetClass="entr" presetSubtype="4" fill="hold" nodeType="withEffect">
                                  <p:stCondLst>
                                    <p:cond delay="0"/>
                                  </p:stCondLst>
                                  <p:childTnLst>
                                    <p:set>
                                      <p:cBhvr>
                                        <p:cTn id="32" dur="1" fill="hold">
                                          <p:stCondLst>
                                            <p:cond delay="0"/>
                                          </p:stCondLst>
                                        </p:cTn>
                                        <p:tgtEl>
                                          <p:spTgt spid="60"/>
                                        </p:tgtEl>
                                        <p:attrNameLst>
                                          <p:attrName>style.visibility</p:attrName>
                                        </p:attrNameLst>
                                      </p:cBhvr>
                                      <p:to>
                                        <p:strVal val="visible"/>
                                      </p:to>
                                    </p:set>
                                    <p:animEffect transition="in" filter="wipe(down)">
                                      <p:cBhvr>
                                        <p:cTn id="33" dur="500"/>
                                        <p:tgtEl>
                                          <p:spTgt spid="60"/>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94"/>
                                        </p:tgtEl>
                                        <p:attrNameLst>
                                          <p:attrName>style.visibility</p:attrName>
                                        </p:attrNameLst>
                                      </p:cBhvr>
                                      <p:to>
                                        <p:strVal val="visible"/>
                                      </p:to>
                                    </p:set>
                                    <p:animEffect transition="in" filter="wipe(down)">
                                      <p:cBhvr>
                                        <p:cTn id="36" dur="500"/>
                                        <p:tgtEl>
                                          <p:spTgt spid="9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wipe(down)">
                                      <p:cBhvr>
                                        <p:cTn id="41" dur="500"/>
                                        <p:tgtEl>
                                          <p:spTgt spid="21"/>
                                        </p:tgtEl>
                                      </p:cBhvr>
                                    </p:animEffect>
                                  </p:childTnLst>
                                </p:cTn>
                              </p:par>
                              <p:par>
                                <p:cTn id="42" presetID="22" presetClass="entr" presetSubtype="4" fill="hold" nodeType="withEffect">
                                  <p:stCondLst>
                                    <p:cond delay="0"/>
                                  </p:stCondLst>
                                  <p:childTnLst>
                                    <p:set>
                                      <p:cBhvr>
                                        <p:cTn id="43" dur="1" fill="hold">
                                          <p:stCondLst>
                                            <p:cond delay="0"/>
                                          </p:stCondLst>
                                        </p:cTn>
                                        <p:tgtEl>
                                          <p:spTgt spid="58"/>
                                        </p:tgtEl>
                                        <p:attrNameLst>
                                          <p:attrName>style.visibility</p:attrName>
                                        </p:attrNameLst>
                                      </p:cBhvr>
                                      <p:to>
                                        <p:strVal val="visible"/>
                                      </p:to>
                                    </p:set>
                                    <p:animEffect transition="in" filter="wipe(down)">
                                      <p:cBhvr>
                                        <p:cTn id="44" dur="500"/>
                                        <p:tgtEl>
                                          <p:spTgt spid="58"/>
                                        </p:tgtEl>
                                      </p:cBhvr>
                                    </p:animEffect>
                                  </p:childTnLst>
                                </p:cTn>
                              </p:par>
                              <p:par>
                                <p:cTn id="45" presetID="22" presetClass="entr" presetSubtype="4" fill="hold" grpId="0" nodeType="withEffect">
                                  <p:stCondLst>
                                    <p:cond delay="0"/>
                                  </p:stCondLst>
                                  <p:childTnLst>
                                    <p:set>
                                      <p:cBhvr>
                                        <p:cTn id="46" dur="1" fill="hold">
                                          <p:stCondLst>
                                            <p:cond delay="0"/>
                                          </p:stCondLst>
                                        </p:cTn>
                                        <p:tgtEl>
                                          <p:spTgt spid="92"/>
                                        </p:tgtEl>
                                        <p:attrNameLst>
                                          <p:attrName>style.visibility</p:attrName>
                                        </p:attrNameLst>
                                      </p:cBhvr>
                                      <p:to>
                                        <p:strVal val="visible"/>
                                      </p:to>
                                    </p:set>
                                    <p:animEffect transition="in" filter="wipe(down)">
                                      <p:cBhvr>
                                        <p:cTn id="47" dur="500"/>
                                        <p:tgtEl>
                                          <p:spTgt spid="9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wipe(down)">
                                      <p:cBhvr>
                                        <p:cTn id="52" dur="500"/>
                                        <p:tgtEl>
                                          <p:spTgt spid="28"/>
                                        </p:tgtEl>
                                      </p:cBhvr>
                                    </p:animEffect>
                                  </p:childTnLst>
                                </p:cTn>
                              </p:par>
                              <p:par>
                                <p:cTn id="53" presetID="22" presetClass="entr" presetSubtype="4" fill="hold" grpId="0" nodeType="with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wipe(down)">
                                      <p:cBhvr>
                                        <p:cTn id="55" dur="500"/>
                                        <p:tgtEl>
                                          <p:spTgt spid="10"/>
                                        </p:tgtEl>
                                      </p:cBhvr>
                                    </p:animEffect>
                                  </p:childTnLst>
                                </p:cTn>
                              </p:par>
                              <p:par>
                                <p:cTn id="56" presetID="22" presetClass="entr" presetSubtype="4" fill="hold" grpId="0" nodeType="withEffect">
                                  <p:stCondLst>
                                    <p:cond delay="0"/>
                                  </p:stCondLst>
                                  <p:childTnLst>
                                    <p:set>
                                      <p:cBhvr>
                                        <p:cTn id="57" dur="1" fill="hold">
                                          <p:stCondLst>
                                            <p:cond delay="0"/>
                                          </p:stCondLst>
                                        </p:cTn>
                                        <p:tgtEl>
                                          <p:spTgt spid="95"/>
                                        </p:tgtEl>
                                        <p:attrNameLst>
                                          <p:attrName>style.visibility</p:attrName>
                                        </p:attrNameLst>
                                      </p:cBhvr>
                                      <p:to>
                                        <p:strVal val="visible"/>
                                      </p:to>
                                    </p:set>
                                    <p:animEffect transition="in" filter="wipe(down)">
                                      <p:cBhvr>
                                        <p:cTn id="58" dur="500"/>
                                        <p:tgtEl>
                                          <p:spTgt spid="95"/>
                                        </p:tgtEl>
                                      </p:cBhvr>
                                    </p:animEffect>
                                  </p:childTnLst>
                                </p:cTn>
                              </p:par>
                              <p:par>
                                <p:cTn id="59" presetID="22" presetClass="entr" presetSubtype="4" fill="hold" nodeType="withEffect">
                                  <p:stCondLst>
                                    <p:cond delay="0"/>
                                  </p:stCondLst>
                                  <p:childTnLst>
                                    <p:set>
                                      <p:cBhvr>
                                        <p:cTn id="60" dur="1" fill="hold">
                                          <p:stCondLst>
                                            <p:cond delay="0"/>
                                          </p:stCondLst>
                                        </p:cTn>
                                        <p:tgtEl>
                                          <p:spTgt spid="69"/>
                                        </p:tgtEl>
                                        <p:attrNameLst>
                                          <p:attrName>style.visibility</p:attrName>
                                        </p:attrNameLst>
                                      </p:cBhvr>
                                      <p:to>
                                        <p:strVal val="visible"/>
                                      </p:to>
                                    </p:set>
                                    <p:animEffect transition="in" filter="wipe(down)">
                                      <p:cBhvr>
                                        <p:cTn id="61" dur="500"/>
                                        <p:tgtEl>
                                          <p:spTgt spid="69"/>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4" fill="hold" nodeType="clickEffect">
                                  <p:stCondLst>
                                    <p:cond delay="0"/>
                                  </p:stCondLst>
                                  <p:childTnLst>
                                    <p:set>
                                      <p:cBhvr>
                                        <p:cTn id="65" dur="1" fill="hold">
                                          <p:stCondLst>
                                            <p:cond delay="0"/>
                                          </p:stCondLst>
                                        </p:cTn>
                                        <p:tgtEl>
                                          <p:spTgt spid="31"/>
                                        </p:tgtEl>
                                        <p:attrNameLst>
                                          <p:attrName>style.visibility</p:attrName>
                                        </p:attrNameLst>
                                      </p:cBhvr>
                                      <p:to>
                                        <p:strVal val="visible"/>
                                      </p:to>
                                    </p:set>
                                    <p:animEffect transition="in" filter="wipe(down)">
                                      <p:cBhvr>
                                        <p:cTn id="66" dur="500"/>
                                        <p:tgtEl>
                                          <p:spTgt spid="31"/>
                                        </p:tgtEl>
                                      </p:cBhvr>
                                    </p:animEffect>
                                  </p:childTnLst>
                                </p:cTn>
                              </p:par>
                              <p:par>
                                <p:cTn id="67" presetID="22" presetClass="entr" presetSubtype="4" fill="hold" grpId="0" nodeType="withEffect">
                                  <p:stCondLst>
                                    <p:cond delay="0"/>
                                  </p:stCondLst>
                                  <p:childTnLst>
                                    <p:set>
                                      <p:cBhvr>
                                        <p:cTn id="68" dur="1" fill="hold">
                                          <p:stCondLst>
                                            <p:cond delay="0"/>
                                          </p:stCondLst>
                                        </p:cTn>
                                        <p:tgtEl>
                                          <p:spTgt spid="11"/>
                                        </p:tgtEl>
                                        <p:attrNameLst>
                                          <p:attrName>style.visibility</p:attrName>
                                        </p:attrNameLst>
                                      </p:cBhvr>
                                      <p:to>
                                        <p:strVal val="visible"/>
                                      </p:to>
                                    </p:set>
                                    <p:animEffect transition="in" filter="wipe(down)">
                                      <p:cBhvr>
                                        <p:cTn id="69" dur="500"/>
                                        <p:tgtEl>
                                          <p:spTgt spid="11"/>
                                        </p:tgtEl>
                                      </p:cBhvr>
                                    </p:animEffect>
                                  </p:childTnLst>
                                </p:cTn>
                              </p:par>
                              <p:par>
                                <p:cTn id="70" presetID="22" presetClass="entr" presetSubtype="4" fill="hold" nodeType="withEffect">
                                  <p:stCondLst>
                                    <p:cond delay="0"/>
                                  </p:stCondLst>
                                  <p:childTnLst>
                                    <p:set>
                                      <p:cBhvr>
                                        <p:cTn id="71" dur="1" fill="hold">
                                          <p:stCondLst>
                                            <p:cond delay="0"/>
                                          </p:stCondLst>
                                        </p:cTn>
                                        <p:tgtEl>
                                          <p:spTgt spid="74"/>
                                        </p:tgtEl>
                                        <p:attrNameLst>
                                          <p:attrName>style.visibility</p:attrName>
                                        </p:attrNameLst>
                                      </p:cBhvr>
                                      <p:to>
                                        <p:strVal val="visible"/>
                                      </p:to>
                                    </p:set>
                                    <p:animEffect transition="in" filter="wipe(down)">
                                      <p:cBhvr>
                                        <p:cTn id="72" dur="500"/>
                                        <p:tgtEl>
                                          <p:spTgt spid="74"/>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4" fill="hold" nodeType="clickEffect">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wipe(down)">
                                      <p:cBhvr>
                                        <p:cTn id="77" dur="500"/>
                                        <p:tgtEl>
                                          <p:spTgt spid="34"/>
                                        </p:tgtEl>
                                      </p:cBhvr>
                                    </p:animEffect>
                                  </p:childTnLst>
                                </p:cTn>
                              </p:par>
                              <p:par>
                                <p:cTn id="78" presetID="22" presetClass="entr" presetSubtype="4" fill="hold" grpId="0" nodeType="withEffect">
                                  <p:stCondLst>
                                    <p:cond delay="0"/>
                                  </p:stCondLst>
                                  <p:childTnLst>
                                    <p:set>
                                      <p:cBhvr>
                                        <p:cTn id="79" dur="1" fill="hold">
                                          <p:stCondLst>
                                            <p:cond delay="0"/>
                                          </p:stCondLst>
                                        </p:cTn>
                                        <p:tgtEl>
                                          <p:spTgt spid="12"/>
                                        </p:tgtEl>
                                        <p:attrNameLst>
                                          <p:attrName>style.visibility</p:attrName>
                                        </p:attrNameLst>
                                      </p:cBhvr>
                                      <p:to>
                                        <p:strVal val="visible"/>
                                      </p:to>
                                    </p:set>
                                    <p:animEffect transition="in" filter="wipe(down)">
                                      <p:cBhvr>
                                        <p:cTn id="80" dur="500"/>
                                        <p:tgtEl>
                                          <p:spTgt spid="12"/>
                                        </p:tgtEl>
                                      </p:cBhvr>
                                    </p:animEffect>
                                  </p:childTnLst>
                                </p:cTn>
                              </p:par>
                              <p:par>
                                <p:cTn id="81" presetID="22" presetClass="entr" presetSubtype="4" fill="hold" nodeType="withEffect">
                                  <p:stCondLst>
                                    <p:cond delay="0"/>
                                  </p:stCondLst>
                                  <p:childTnLst>
                                    <p:set>
                                      <p:cBhvr>
                                        <p:cTn id="82" dur="1" fill="hold">
                                          <p:stCondLst>
                                            <p:cond delay="0"/>
                                          </p:stCondLst>
                                        </p:cTn>
                                        <p:tgtEl>
                                          <p:spTgt spid="76"/>
                                        </p:tgtEl>
                                        <p:attrNameLst>
                                          <p:attrName>style.visibility</p:attrName>
                                        </p:attrNameLst>
                                      </p:cBhvr>
                                      <p:to>
                                        <p:strVal val="visible"/>
                                      </p:to>
                                    </p:set>
                                    <p:animEffect transition="in" filter="wipe(down)">
                                      <p:cBhvr>
                                        <p:cTn id="83" dur="500"/>
                                        <p:tgtEl>
                                          <p:spTgt spid="76"/>
                                        </p:tgtEl>
                                      </p:cBhvr>
                                    </p:animEffect>
                                  </p:childTnLst>
                                </p:cTn>
                              </p:par>
                              <p:par>
                                <p:cTn id="84" presetID="22" presetClass="entr" presetSubtype="4" fill="hold" grpId="0" nodeType="withEffect">
                                  <p:stCondLst>
                                    <p:cond delay="0"/>
                                  </p:stCondLst>
                                  <p:childTnLst>
                                    <p:set>
                                      <p:cBhvr>
                                        <p:cTn id="85" dur="1" fill="hold">
                                          <p:stCondLst>
                                            <p:cond delay="0"/>
                                          </p:stCondLst>
                                        </p:cTn>
                                        <p:tgtEl>
                                          <p:spTgt spid="97"/>
                                        </p:tgtEl>
                                        <p:attrNameLst>
                                          <p:attrName>style.visibility</p:attrName>
                                        </p:attrNameLst>
                                      </p:cBhvr>
                                      <p:to>
                                        <p:strVal val="visible"/>
                                      </p:to>
                                    </p:set>
                                    <p:animEffect transition="in" filter="wipe(down)">
                                      <p:cBhvr>
                                        <p:cTn id="86" dur="500"/>
                                        <p:tgtEl>
                                          <p:spTgt spid="97"/>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4" fill="hold" nodeType="clickEffect">
                                  <p:stCondLst>
                                    <p:cond delay="0"/>
                                  </p:stCondLst>
                                  <p:childTnLst>
                                    <p:set>
                                      <p:cBhvr>
                                        <p:cTn id="90" dur="1" fill="hold">
                                          <p:stCondLst>
                                            <p:cond delay="0"/>
                                          </p:stCondLst>
                                        </p:cTn>
                                        <p:tgtEl>
                                          <p:spTgt spid="37"/>
                                        </p:tgtEl>
                                        <p:attrNameLst>
                                          <p:attrName>style.visibility</p:attrName>
                                        </p:attrNameLst>
                                      </p:cBhvr>
                                      <p:to>
                                        <p:strVal val="visible"/>
                                      </p:to>
                                    </p:set>
                                    <p:animEffect transition="in" filter="wipe(down)">
                                      <p:cBhvr>
                                        <p:cTn id="91" dur="500"/>
                                        <p:tgtEl>
                                          <p:spTgt spid="37"/>
                                        </p:tgtEl>
                                      </p:cBhvr>
                                    </p:animEffect>
                                  </p:childTnLst>
                                </p:cTn>
                              </p:par>
                              <p:par>
                                <p:cTn id="92" presetID="22" presetClass="entr" presetSubtype="4" fill="hold" grpId="0" nodeType="withEffect">
                                  <p:stCondLst>
                                    <p:cond delay="0"/>
                                  </p:stCondLst>
                                  <p:childTnLst>
                                    <p:set>
                                      <p:cBhvr>
                                        <p:cTn id="93" dur="1" fill="hold">
                                          <p:stCondLst>
                                            <p:cond delay="0"/>
                                          </p:stCondLst>
                                        </p:cTn>
                                        <p:tgtEl>
                                          <p:spTgt spid="13"/>
                                        </p:tgtEl>
                                        <p:attrNameLst>
                                          <p:attrName>style.visibility</p:attrName>
                                        </p:attrNameLst>
                                      </p:cBhvr>
                                      <p:to>
                                        <p:strVal val="visible"/>
                                      </p:to>
                                    </p:set>
                                    <p:animEffect transition="in" filter="wipe(down)">
                                      <p:cBhvr>
                                        <p:cTn id="94" dur="500"/>
                                        <p:tgtEl>
                                          <p:spTgt spid="13"/>
                                        </p:tgtEl>
                                      </p:cBhvr>
                                    </p:animEffect>
                                  </p:childTnLst>
                                </p:cTn>
                              </p:par>
                              <p:par>
                                <p:cTn id="95" presetID="22" presetClass="entr" presetSubtype="4" fill="hold" nodeType="withEffect">
                                  <p:stCondLst>
                                    <p:cond delay="0"/>
                                  </p:stCondLst>
                                  <p:childTnLst>
                                    <p:set>
                                      <p:cBhvr>
                                        <p:cTn id="96" dur="1" fill="hold">
                                          <p:stCondLst>
                                            <p:cond delay="0"/>
                                          </p:stCondLst>
                                        </p:cTn>
                                        <p:tgtEl>
                                          <p:spTgt spid="80"/>
                                        </p:tgtEl>
                                        <p:attrNameLst>
                                          <p:attrName>style.visibility</p:attrName>
                                        </p:attrNameLst>
                                      </p:cBhvr>
                                      <p:to>
                                        <p:strVal val="visible"/>
                                      </p:to>
                                    </p:set>
                                    <p:animEffect transition="in" filter="wipe(down)">
                                      <p:cBhvr>
                                        <p:cTn id="97" dur="500"/>
                                        <p:tgtEl>
                                          <p:spTgt spid="80"/>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4" fill="hold" nodeType="clickEffect">
                                  <p:stCondLst>
                                    <p:cond delay="0"/>
                                  </p:stCondLst>
                                  <p:childTnLst>
                                    <p:set>
                                      <p:cBhvr>
                                        <p:cTn id="101" dur="1" fill="hold">
                                          <p:stCondLst>
                                            <p:cond delay="0"/>
                                          </p:stCondLst>
                                        </p:cTn>
                                        <p:tgtEl>
                                          <p:spTgt spid="40"/>
                                        </p:tgtEl>
                                        <p:attrNameLst>
                                          <p:attrName>style.visibility</p:attrName>
                                        </p:attrNameLst>
                                      </p:cBhvr>
                                      <p:to>
                                        <p:strVal val="visible"/>
                                      </p:to>
                                    </p:set>
                                    <p:animEffect transition="in" filter="wipe(down)">
                                      <p:cBhvr>
                                        <p:cTn id="102" dur="500"/>
                                        <p:tgtEl>
                                          <p:spTgt spid="40"/>
                                        </p:tgtEl>
                                      </p:cBhvr>
                                    </p:animEffect>
                                  </p:childTnLst>
                                </p:cTn>
                              </p:par>
                              <p:par>
                                <p:cTn id="103" presetID="22" presetClass="entr" presetSubtype="4" fill="hold" grpId="0" nodeType="withEffect">
                                  <p:stCondLst>
                                    <p:cond delay="0"/>
                                  </p:stCondLst>
                                  <p:childTnLst>
                                    <p:set>
                                      <p:cBhvr>
                                        <p:cTn id="104" dur="1" fill="hold">
                                          <p:stCondLst>
                                            <p:cond delay="0"/>
                                          </p:stCondLst>
                                        </p:cTn>
                                        <p:tgtEl>
                                          <p:spTgt spid="14"/>
                                        </p:tgtEl>
                                        <p:attrNameLst>
                                          <p:attrName>style.visibility</p:attrName>
                                        </p:attrNameLst>
                                      </p:cBhvr>
                                      <p:to>
                                        <p:strVal val="visible"/>
                                      </p:to>
                                    </p:set>
                                    <p:animEffect transition="in" filter="wipe(down)">
                                      <p:cBhvr>
                                        <p:cTn id="105" dur="500"/>
                                        <p:tgtEl>
                                          <p:spTgt spid="14"/>
                                        </p:tgtEl>
                                      </p:cBhvr>
                                    </p:animEffect>
                                  </p:childTnLst>
                                </p:cTn>
                              </p:par>
                              <p:par>
                                <p:cTn id="106" presetID="22" presetClass="entr" presetSubtype="4" fill="hold" nodeType="withEffect">
                                  <p:stCondLst>
                                    <p:cond delay="0"/>
                                  </p:stCondLst>
                                  <p:childTnLst>
                                    <p:set>
                                      <p:cBhvr>
                                        <p:cTn id="107" dur="1" fill="hold">
                                          <p:stCondLst>
                                            <p:cond delay="0"/>
                                          </p:stCondLst>
                                        </p:cTn>
                                        <p:tgtEl>
                                          <p:spTgt spid="82"/>
                                        </p:tgtEl>
                                        <p:attrNameLst>
                                          <p:attrName>style.visibility</p:attrName>
                                        </p:attrNameLst>
                                      </p:cBhvr>
                                      <p:to>
                                        <p:strVal val="visible"/>
                                      </p:to>
                                    </p:set>
                                    <p:animEffect transition="in" filter="wipe(down)">
                                      <p:cBhvr>
                                        <p:cTn id="108" dur="500"/>
                                        <p:tgtEl>
                                          <p:spTgt spid="82"/>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4" fill="hold" nodeType="clickEffect">
                                  <p:stCondLst>
                                    <p:cond delay="0"/>
                                  </p:stCondLst>
                                  <p:childTnLst>
                                    <p:set>
                                      <p:cBhvr>
                                        <p:cTn id="112" dur="1" fill="hold">
                                          <p:stCondLst>
                                            <p:cond delay="0"/>
                                          </p:stCondLst>
                                        </p:cTn>
                                        <p:tgtEl>
                                          <p:spTgt spid="43"/>
                                        </p:tgtEl>
                                        <p:attrNameLst>
                                          <p:attrName>style.visibility</p:attrName>
                                        </p:attrNameLst>
                                      </p:cBhvr>
                                      <p:to>
                                        <p:strVal val="visible"/>
                                      </p:to>
                                    </p:set>
                                    <p:animEffect transition="in" filter="wipe(down)">
                                      <p:cBhvr>
                                        <p:cTn id="113" dur="500"/>
                                        <p:tgtEl>
                                          <p:spTgt spid="43"/>
                                        </p:tgtEl>
                                      </p:cBhvr>
                                    </p:animEffect>
                                  </p:childTnLst>
                                </p:cTn>
                              </p:par>
                              <p:par>
                                <p:cTn id="114" presetID="22" presetClass="entr" presetSubtype="4" fill="hold" grpId="0" nodeType="withEffect">
                                  <p:stCondLst>
                                    <p:cond delay="0"/>
                                  </p:stCondLst>
                                  <p:childTnLst>
                                    <p:set>
                                      <p:cBhvr>
                                        <p:cTn id="115" dur="1" fill="hold">
                                          <p:stCondLst>
                                            <p:cond delay="0"/>
                                          </p:stCondLst>
                                        </p:cTn>
                                        <p:tgtEl>
                                          <p:spTgt spid="17"/>
                                        </p:tgtEl>
                                        <p:attrNameLst>
                                          <p:attrName>style.visibility</p:attrName>
                                        </p:attrNameLst>
                                      </p:cBhvr>
                                      <p:to>
                                        <p:strVal val="visible"/>
                                      </p:to>
                                    </p:set>
                                    <p:animEffect transition="in" filter="wipe(down)">
                                      <p:cBhvr>
                                        <p:cTn id="116" dur="500"/>
                                        <p:tgtEl>
                                          <p:spTgt spid="17"/>
                                        </p:tgtEl>
                                      </p:cBhvr>
                                    </p:animEffect>
                                  </p:childTnLst>
                                </p:cTn>
                              </p:par>
                              <p:par>
                                <p:cTn id="117" presetID="22" presetClass="entr" presetSubtype="4" fill="hold" nodeType="withEffect">
                                  <p:stCondLst>
                                    <p:cond delay="0"/>
                                  </p:stCondLst>
                                  <p:childTnLst>
                                    <p:set>
                                      <p:cBhvr>
                                        <p:cTn id="118" dur="1" fill="hold">
                                          <p:stCondLst>
                                            <p:cond delay="0"/>
                                          </p:stCondLst>
                                        </p:cTn>
                                        <p:tgtEl>
                                          <p:spTgt spid="84"/>
                                        </p:tgtEl>
                                        <p:attrNameLst>
                                          <p:attrName>style.visibility</p:attrName>
                                        </p:attrNameLst>
                                      </p:cBhvr>
                                      <p:to>
                                        <p:strVal val="visible"/>
                                      </p:to>
                                    </p:set>
                                    <p:animEffect transition="in" filter="wipe(down)">
                                      <p:cBhvr>
                                        <p:cTn id="119" dur="500"/>
                                        <p:tgtEl>
                                          <p:spTgt spid="84"/>
                                        </p:tgtEl>
                                      </p:cBhvr>
                                    </p:animEffect>
                                  </p:childTnLst>
                                </p:cTn>
                              </p:par>
                              <p:par>
                                <p:cTn id="120" presetID="22" presetClass="entr" presetSubtype="4" fill="hold" grpId="0" nodeType="withEffect">
                                  <p:stCondLst>
                                    <p:cond delay="0"/>
                                  </p:stCondLst>
                                  <p:childTnLst>
                                    <p:set>
                                      <p:cBhvr>
                                        <p:cTn id="121" dur="1" fill="hold">
                                          <p:stCondLst>
                                            <p:cond delay="0"/>
                                          </p:stCondLst>
                                        </p:cTn>
                                        <p:tgtEl>
                                          <p:spTgt spid="96"/>
                                        </p:tgtEl>
                                        <p:attrNameLst>
                                          <p:attrName>style.visibility</p:attrName>
                                        </p:attrNameLst>
                                      </p:cBhvr>
                                      <p:to>
                                        <p:strVal val="visible"/>
                                      </p:to>
                                    </p:set>
                                    <p:animEffect transition="in" filter="wipe(down)">
                                      <p:cBhvr>
                                        <p:cTn id="122" dur="500"/>
                                        <p:tgtEl>
                                          <p:spTgt spid="96"/>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4" fill="hold" nodeType="clickEffect">
                                  <p:stCondLst>
                                    <p:cond delay="0"/>
                                  </p:stCondLst>
                                  <p:childTnLst>
                                    <p:set>
                                      <p:cBhvr>
                                        <p:cTn id="126" dur="1" fill="hold">
                                          <p:stCondLst>
                                            <p:cond delay="0"/>
                                          </p:stCondLst>
                                        </p:cTn>
                                        <p:tgtEl>
                                          <p:spTgt spid="46"/>
                                        </p:tgtEl>
                                        <p:attrNameLst>
                                          <p:attrName>style.visibility</p:attrName>
                                        </p:attrNameLst>
                                      </p:cBhvr>
                                      <p:to>
                                        <p:strVal val="visible"/>
                                      </p:to>
                                    </p:set>
                                    <p:animEffect transition="in" filter="wipe(down)">
                                      <p:cBhvr>
                                        <p:cTn id="127" dur="500"/>
                                        <p:tgtEl>
                                          <p:spTgt spid="46"/>
                                        </p:tgtEl>
                                      </p:cBhvr>
                                    </p:animEffect>
                                  </p:childTnLst>
                                </p:cTn>
                              </p:par>
                              <p:par>
                                <p:cTn id="128" presetID="22" presetClass="entr" presetSubtype="4" fill="hold" grpId="0" nodeType="withEffect">
                                  <p:stCondLst>
                                    <p:cond delay="0"/>
                                  </p:stCondLst>
                                  <p:childTnLst>
                                    <p:set>
                                      <p:cBhvr>
                                        <p:cTn id="129" dur="1" fill="hold">
                                          <p:stCondLst>
                                            <p:cond delay="0"/>
                                          </p:stCondLst>
                                        </p:cTn>
                                        <p:tgtEl>
                                          <p:spTgt spid="19"/>
                                        </p:tgtEl>
                                        <p:attrNameLst>
                                          <p:attrName>style.visibility</p:attrName>
                                        </p:attrNameLst>
                                      </p:cBhvr>
                                      <p:to>
                                        <p:strVal val="visible"/>
                                      </p:to>
                                    </p:set>
                                    <p:animEffect transition="in" filter="wipe(down)">
                                      <p:cBhvr>
                                        <p:cTn id="130" dur="500"/>
                                        <p:tgtEl>
                                          <p:spTgt spid="19"/>
                                        </p:tgtEl>
                                      </p:cBhvr>
                                    </p:animEffect>
                                  </p:childTnLst>
                                </p:cTn>
                              </p:par>
                              <p:par>
                                <p:cTn id="131" presetID="22" presetClass="entr" presetSubtype="4" fill="hold" nodeType="withEffect">
                                  <p:stCondLst>
                                    <p:cond delay="0"/>
                                  </p:stCondLst>
                                  <p:childTnLst>
                                    <p:set>
                                      <p:cBhvr>
                                        <p:cTn id="132" dur="1" fill="hold">
                                          <p:stCondLst>
                                            <p:cond delay="0"/>
                                          </p:stCondLst>
                                        </p:cTn>
                                        <p:tgtEl>
                                          <p:spTgt spid="86"/>
                                        </p:tgtEl>
                                        <p:attrNameLst>
                                          <p:attrName>style.visibility</p:attrName>
                                        </p:attrNameLst>
                                      </p:cBhvr>
                                      <p:to>
                                        <p:strVal val="visible"/>
                                      </p:to>
                                    </p:set>
                                    <p:animEffect transition="in" filter="wipe(down)">
                                      <p:cBhvr>
                                        <p:cTn id="133" dur="500"/>
                                        <p:tgtEl>
                                          <p:spTgt spid="86"/>
                                        </p:tgtEl>
                                      </p:cBhvr>
                                    </p:animEffect>
                                  </p:childTnLst>
                                </p:cTn>
                              </p:par>
                            </p:childTnLst>
                          </p:cTn>
                        </p:par>
                      </p:childTnLst>
                    </p:cTn>
                  </p:par>
                  <p:par>
                    <p:cTn id="134" fill="hold">
                      <p:stCondLst>
                        <p:cond delay="indefinite"/>
                      </p:stCondLst>
                      <p:childTnLst>
                        <p:par>
                          <p:cTn id="135" fill="hold">
                            <p:stCondLst>
                              <p:cond delay="0"/>
                            </p:stCondLst>
                            <p:childTnLst>
                              <p:par>
                                <p:cTn id="136" presetID="22" presetClass="entr" presetSubtype="4" fill="hold" nodeType="clickEffect">
                                  <p:stCondLst>
                                    <p:cond delay="0"/>
                                  </p:stCondLst>
                                  <p:childTnLst>
                                    <p:set>
                                      <p:cBhvr>
                                        <p:cTn id="137" dur="1" fill="hold">
                                          <p:stCondLst>
                                            <p:cond delay="0"/>
                                          </p:stCondLst>
                                        </p:cTn>
                                        <p:tgtEl>
                                          <p:spTgt spid="49"/>
                                        </p:tgtEl>
                                        <p:attrNameLst>
                                          <p:attrName>style.visibility</p:attrName>
                                        </p:attrNameLst>
                                      </p:cBhvr>
                                      <p:to>
                                        <p:strVal val="visible"/>
                                      </p:to>
                                    </p:set>
                                    <p:animEffect transition="in" filter="wipe(down)">
                                      <p:cBhvr>
                                        <p:cTn id="138" dur="500"/>
                                        <p:tgtEl>
                                          <p:spTgt spid="49"/>
                                        </p:tgtEl>
                                      </p:cBhvr>
                                    </p:animEffect>
                                  </p:childTnLst>
                                </p:cTn>
                              </p:par>
                              <p:par>
                                <p:cTn id="139" presetID="22" presetClass="entr" presetSubtype="4" fill="hold" grpId="0" nodeType="withEffect">
                                  <p:stCondLst>
                                    <p:cond delay="0"/>
                                  </p:stCondLst>
                                  <p:childTnLst>
                                    <p:set>
                                      <p:cBhvr>
                                        <p:cTn id="140" dur="1" fill="hold">
                                          <p:stCondLst>
                                            <p:cond delay="0"/>
                                          </p:stCondLst>
                                        </p:cTn>
                                        <p:tgtEl>
                                          <p:spTgt spid="20"/>
                                        </p:tgtEl>
                                        <p:attrNameLst>
                                          <p:attrName>style.visibility</p:attrName>
                                        </p:attrNameLst>
                                      </p:cBhvr>
                                      <p:to>
                                        <p:strVal val="visible"/>
                                      </p:to>
                                    </p:set>
                                    <p:animEffect transition="in" filter="wipe(down)">
                                      <p:cBhvr>
                                        <p:cTn id="141" dur="500"/>
                                        <p:tgtEl>
                                          <p:spTgt spid="20"/>
                                        </p:tgtEl>
                                      </p:cBhvr>
                                    </p:animEffect>
                                  </p:childTnLst>
                                </p:cTn>
                              </p:par>
                              <p:par>
                                <p:cTn id="142" presetID="22" presetClass="entr" presetSubtype="4" fill="hold" nodeType="withEffect">
                                  <p:stCondLst>
                                    <p:cond delay="0"/>
                                  </p:stCondLst>
                                  <p:childTnLst>
                                    <p:set>
                                      <p:cBhvr>
                                        <p:cTn id="143" dur="1" fill="hold">
                                          <p:stCondLst>
                                            <p:cond delay="0"/>
                                          </p:stCondLst>
                                        </p:cTn>
                                        <p:tgtEl>
                                          <p:spTgt spid="89"/>
                                        </p:tgtEl>
                                        <p:attrNameLst>
                                          <p:attrName>style.visibility</p:attrName>
                                        </p:attrNameLst>
                                      </p:cBhvr>
                                      <p:to>
                                        <p:strVal val="visible"/>
                                      </p:to>
                                    </p:set>
                                    <p:animEffect transition="in" filter="wipe(down)">
                                      <p:cBhvr>
                                        <p:cTn id="144" dur="500"/>
                                        <p:tgtEl>
                                          <p:spTgt spid="89"/>
                                        </p:tgtEl>
                                      </p:cBhvr>
                                    </p:animEffect>
                                  </p:childTnLst>
                                </p:cTn>
                              </p:par>
                              <p:par>
                                <p:cTn id="145" presetID="22" presetClass="entr" presetSubtype="4" fill="hold" grpId="0" nodeType="withEffect">
                                  <p:stCondLst>
                                    <p:cond delay="0"/>
                                  </p:stCondLst>
                                  <p:childTnLst>
                                    <p:set>
                                      <p:cBhvr>
                                        <p:cTn id="146" dur="1" fill="hold">
                                          <p:stCondLst>
                                            <p:cond delay="0"/>
                                          </p:stCondLst>
                                        </p:cTn>
                                        <p:tgtEl>
                                          <p:spTgt spid="93"/>
                                        </p:tgtEl>
                                        <p:attrNameLst>
                                          <p:attrName>style.visibility</p:attrName>
                                        </p:attrNameLst>
                                      </p:cBhvr>
                                      <p:to>
                                        <p:strVal val="visible"/>
                                      </p:to>
                                    </p:set>
                                    <p:animEffect transition="in" filter="wipe(down)">
                                      <p:cBhvr>
                                        <p:cTn id="147" dur="500"/>
                                        <p:tgtEl>
                                          <p:spTgt spid="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9" grpId="0" animBg="1"/>
      <p:bldP spid="10" grpId="0" animBg="1"/>
      <p:bldP spid="11" grpId="0" animBg="1"/>
      <p:bldP spid="12" grpId="0" animBg="1"/>
      <p:bldP spid="13" grpId="0" animBg="1"/>
      <p:bldP spid="14" grpId="0" animBg="1"/>
      <p:bldP spid="17" grpId="0" animBg="1"/>
      <p:bldP spid="19" grpId="0" animBg="1"/>
      <p:bldP spid="20" grpId="0" animBg="1"/>
      <p:bldP spid="21" grpId="0" animBg="1"/>
      <p:bldP spid="92" grpId="0"/>
      <p:bldP spid="93" grpId="0"/>
      <p:bldP spid="94" grpId="0"/>
      <p:bldP spid="95" grpId="0"/>
      <p:bldP spid="96" grpId="0"/>
      <p:bldP spid="9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Rectangle 179">
            <a:extLst>
              <a:ext uri="{FF2B5EF4-FFF2-40B4-BE49-F238E27FC236}">
                <a16:creationId xmlns:a16="http://schemas.microsoft.com/office/drawing/2014/main" id="{11069782-32BB-422A-847C-84DC7EBBD744}"/>
              </a:ext>
            </a:extLst>
          </p:cNvPr>
          <p:cNvSpPr>
            <a:spLocks/>
          </p:cNvSpPr>
          <p:nvPr/>
        </p:nvSpPr>
        <p:spPr bwMode="auto">
          <a:xfrm>
            <a:off x="2580435" y="225162"/>
            <a:ext cx="387285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nchor="ctr">
            <a:spAutoFit/>
          </a:bodyPr>
          <a:lstStyle/>
          <a:p>
            <a:pPr algn="ctr"/>
            <a:r>
              <a:rPr lang="en-US" sz="20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rPr>
              <a:t>BESOINS</a:t>
            </a:r>
            <a:r>
              <a:rPr lang="en-US" sz="24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rPr>
              <a:t> </a:t>
            </a:r>
            <a:r>
              <a:rPr lang="en-US" sz="20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rPr>
              <a:t>NON FONCTIONNELS</a:t>
            </a:r>
          </a:p>
        </p:txBody>
      </p:sp>
      <p:sp>
        <p:nvSpPr>
          <p:cNvPr id="181" name="Rectangle 1">
            <a:extLst>
              <a:ext uri="{FF2B5EF4-FFF2-40B4-BE49-F238E27FC236}">
                <a16:creationId xmlns:a16="http://schemas.microsoft.com/office/drawing/2014/main" id="{E48B9C84-1CD2-4D15-8F80-6B5F8B6A43D2}"/>
              </a:ext>
            </a:extLst>
          </p:cNvPr>
          <p:cNvSpPr>
            <a:spLocks/>
          </p:cNvSpPr>
          <p:nvPr/>
        </p:nvSpPr>
        <p:spPr bwMode="auto">
          <a:xfrm>
            <a:off x="2784267" y="139680"/>
            <a:ext cx="3274684"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fr-FR" sz="1050" spc="82" dirty="0">
                <a:solidFill>
                  <a:schemeClr val="bg1">
                    <a:lumMod val="50000"/>
                  </a:schemeClr>
                </a:solidFill>
                <a:latin typeface="Source Sans Pro" charset="0"/>
                <a:ea typeface="Source Sans Pro" charset="0"/>
                <a:cs typeface="Source Sans Pro" charset="0"/>
                <a:sym typeface="Bebas Neue" charset="0"/>
              </a:rPr>
              <a:t>SPÉCIFICATION DES BESOINS ET CONCEPTION</a:t>
            </a:r>
            <a:endParaRPr lang="en-US" sz="1050" spc="82" dirty="0">
              <a:solidFill>
                <a:schemeClr val="bg1">
                  <a:lumMod val="50000"/>
                </a:schemeClr>
              </a:solidFill>
              <a:latin typeface="Source Sans Pro" charset="0"/>
              <a:ea typeface="Source Sans Pro" charset="0"/>
              <a:cs typeface="Source Sans Pro" charset="0"/>
              <a:sym typeface="Bebas Neue" charset="0"/>
            </a:endParaRPr>
          </a:p>
        </p:txBody>
      </p:sp>
      <p:sp>
        <p:nvSpPr>
          <p:cNvPr id="186" name="L-Shape 185">
            <a:extLst>
              <a:ext uri="{FF2B5EF4-FFF2-40B4-BE49-F238E27FC236}">
                <a16:creationId xmlns:a16="http://schemas.microsoft.com/office/drawing/2014/main" id="{B48285AE-2E9F-47E4-ACC8-26DC03FB0C6F}"/>
              </a:ext>
            </a:extLst>
          </p:cNvPr>
          <p:cNvSpPr/>
          <p:nvPr/>
        </p:nvSpPr>
        <p:spPr>
          <a:xfrm rot="10800000">
            <a:off x="8509883" y="1560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AA9B"/>
              </a:solidFill>
            </a:endParaRPr>
          </a:p>
        </p:txBody>
      </p:sp>
      <p:sp>
        <p:nvSpPr>
          <p:cNvPr id="187" name="L-Shape 186">
            <a:extLst>
              <a:ext uri="{FF2B5EF4-FFF2-40B4-BE49-F238E27FC236}">
                <a16:creationId xmlns:a16="http://schemas.microsoft.com/office/drawing/2014/main" id="{A88D0EED-8B27-4F54-A0B7-C12AD99D3725}"/>
              </a:ext>
            </a:extLst>
          </p:cNvPr>
          <p:cNvSpPr/>
          <p:nvPr/>
        </p:nvSpPr>
        <p:spPr>
          <a:xfrm rot="10800000">
            <a:off x="8509883" y="444235"/>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Rectangle 71">
            <a:extLst>
              <a:ext uri="{FF2B5EF4-FFF2-40B4-BE49-F238E27FC236}">
                <a16:creationId xmlns:a16="http://schemas.microsoft.com/office/drawing/2014/main" id="{C88D4E6E-6DF8-4F3A-8523-ABD502F88036}"/>
              </a:ext>
            </a:extLst>
          </p:cNvPr>
          <p:cNvSpPr/>
          <p:nvPr/>
        </p:nvSpPr>
        <p:spPr>
          <a:xfrm>
            <a:off x="0" y="4780121"/>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AA9B"/>
              </a:solidFill>
            </a:endParaRPr>
          </a:p>
        </p:txBody>
      </p:sp>
      <p:sp>
        <p:nvSpPr>
          <p:cNvPr id="18" name="Rectangle 17">
            <a:extLst>
              <a:ext uri="{FF2B5EF4-FFF2-40B4-BE49-F238E27FC236}">
                <a16:creationId xmlns:a16="http://schemas.microsoft.com/office/drawing/2014/main" id="{11E77256-70DF-57EA-361E-3A715E8DD6DC}"/>
              </a:ext>
            </a:extLst>
          </p:cNvPr>
          <p:cNvSpPr/>
          <p:nvPr/>
        </p:nvSpPr>
        <p:spPr>
          <a:xfrm>
            <a:off x="8772538" y="4780120"/>
            <a:ext cx="371462" cy="378619"/>
          </a:xfrm>
          <a:prstGeom prst="rect">
            <a:avLst/>
          </a:prstGeom>
          <a:solidFill>
            <a:srgbClr val="EF4641"/>
          </a:solidFill>
          <a:ln>
            <a:solidFill>
              <a:srgbClr val="EF46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7">
            <a:extLst>
              <a:ext uri="{FF2B5EF4-FFF2-40B4-BE49-F238E27FC236}">
                <a16:creationId xmlns:a16="http://schemas.microsoft.com/office/drawing/2014/main" id="{C776B3E4-AD17-4441-6D70-D36567353EBA}"/>
              </a:ext>
            </a:extLst>
          </p:cNvPr>
          <p:cNvSpPr txBox="1"/>
          <p:nvPr/>
        </p:nvSpPr>
        <p:spPr>
          <a:xfrm>
            <a:off x="349009" y="4821571"/>
            <a:ext cx="387918" cy="263990"/>
          </a:xfrm>
          <a:prstGeom prst="rect">
            <a:avLst/>
          </a:prstGeom>
          <a:noFill/>
        </p:spPr>
        <p:txBody>
          <a:bodyPr wrap="square">
            <a:spAutoFit/>
          </a:bodyPr>
          <a:lstStyle/>
          <a:p>
            <a:pPr algn="r" rtl="0">
              <a:spcBef>
                <a:spcPts val="0"/>
              </a:spcBef>
              <a:spcAft>
                <a:spcPts val="0"/>
              </a:spcAft>
            </a:pPr>
            <a:r>
              <a:rPr lang="fr-FR" sz="900" b="1" dirty="0">
                <a:solidFill>
                  <a:srgbClr val="464646"/>
                </a:solidFill>
                <a:latin typeface="Calibri" panose="020F0502020204030204" pitchFamily="34" charset="0"/>
              </a:rPr>
              <a:t>12</a:t>
            </a:r>
            <a:r>
              <a:rPr lang="fr-FR" sz="1100" b="1" dirty="0">
                <a:solidFill>
                  <a:srgbClr val="0F4C81"/>
                </a:solidFill>
              </a:rPr>
              <a:t> |</a:t>
            </a:r>
            <a:endParaRPr lang="en-US" sz="900" dirty="0"/>
          </a:p>
        </p:txBody>
      </p:sp>
      <p:pic>
        <p:nvPicPr>
          <p:cNvPr id="4" name="Picture 3" descr="A picture containing circle, screenshot, design, gear&#10;&#10;Description automatically generated">
            <a:extLst>
              <a:ext uri="{FF2B5EF4-FFF2-40B4-BE49-F238E27FC236}">
                <a16:creationId xmlns:a16="http://schemas.microsoft.com/office/drawing/2014/main" id="{2F7905E1-AAFF-CC3F-A938-855AAACBC4EC}"/>
              </a:ext>
            </a:extLst>
          </p:cNvPr>
          <p:cNvPicPr>
            <a:picLocks noChangeAspect="1"/>
          </p:cNvPicPr>
          <p:nvPr/>
        </p:nvPicPr>
        <p:blipFill>
          <a:blip r:embed="rId3"/>
          <a:stretch>
            <a:fillRect/>
          </a:stretch>
        </p:blipFill>
        <p:spPr>
          <a:xfrm>
            <a:off x="1218127" y="829996"/>
            <a:ext cx="1566140" cy="1498798"/>
          </a:xfrm>
          <a:prstGeom prst="rect">
            <a:avLst/>
          </a:prstGeom>
        </p:spPr>
      </p:pic>
      <p:pic>
        <p:nvPicPr>
          <p:cNvPr id="5" name="Picture 4" descr="A blue lock with a check mark&#10;&#10;Description automatically generated with medium confidence">
            <a:extLst>
              <a:ext uri="{FF2B5EF4-FFF2-40B4-BE49-F238E27FC236}">
                <a16:creationId xmlns:a16="http://schemas.microsoft.com/office/drawing/2014/main" id="{030D5838-48ED-493E-87F9-1F4701081AC4}"/>
              </a:ext>
            </a:extLst>
          </p:cNvPr>
          <p:cNvPicPr>
            <a:picLocks noChangeAspect="1"/>
          </p:cNvPicPr>
          <p:nvPr/>
        </p:nvPicPr>
        <p:blipFill>
          <a:blip r:embed="rId4"/>
          <a:stretch>
            <a:fillRect/>
          </a:stretch>
        </p:blipFill>
        <p:spPr>
          <a:xfrm>
            <a:off x="6427075" y="725865"/>
            <a:ext cx="1498798" cy="1498798"/>
          </a:xfrm>
          <a:prstGeom prst="rect">
            <a:avLst/>
          </a:prstGeom>
        </p:spPr>
      </p:pic>
      <p:sp>
        <p:nvSpPr>
          <p:cNvPr id="8" name="ZoneTexte 8">
            <a:extLst>
              <a:ext uri="{FF2B5EF4-FFF2-40B4-BE49-F238E27FC236}">
                <a16:creationId xmlns:a16="http://schemas.microsoft.com/office/drawing/2014/main" id="{B0978C0C-6FE8-83BC-9C61-A5D3406400C9}"/>
              </a:ext>
            </a:extLst>
          </p:cNvPr>
          <p:cNvSpPr txBox="1"/>
          <p:nvPr/>
        </p:nvSpPr>
        <p:spPr>
          <a:xfrm>
            <a:off x="6566039" y="2311564"/>
            <a:ext cx="1185802" cy="40011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fr-FR" sz="2000" b="1" dirty="0"/>
              <a:t>Sécurité</a:t>
            </a:r>
            <a:endParaRPr lang="fr-TN" sz="2000" b="1" dirty="0"/>
          </a:p>
        </p:txBody>
      </p:sp>
      <p:sp>
        <p:nvSpPr>
          <p:cNvPr id="15" name="ZoneTexte 8">
            <a:extLst>
              <a:ext uri="{FF2B5EF4-FFF2-40B4-BE49-F238E27FC236}">
                <a16:creationId xmlns:a16="http://schemas.microsoft.com/office/drawing/2014/main" id="{40036668-DA71-A23F-9BC8-9C91FC254114}"/>
              </a:ext>
            </a:extLst>
          </p:cNvPr>
          <p:cNvSpPr txBox="1"/>
          <p:nvPr/>
        </p:nvSpPr>
        <p:spPr>
          <a:xfrm>
            <a:off x="1123042" y="2331282"/>
            <a:ext cx="1756309" cy="40011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fr-FR" sz="2000" b="1" dirty="0"/>
              <a:t>Optimisation</a:t>
            </a:r>
            <a:endParaRPr lang="fr-TN" sz="2000" b="1" dirty="0"/>
          </a:p>
        </p:txBody>
      </p:sp>
      <p:pic>
        <p:nvPicPr>
          <p:cNvPr id="25" name="Picture 24" descr="A black background with arrows pointing to a square&#10;&#10;Description automatically generated with low confidence">
            <a:extLst>
              <a:ext uri="{FF2B5EF4-FFF2-40B4-BE49-F238E27FC236}">
                <a16:creationId xmlns:a16="http://schemas.microsoft.com/office/drawing/2014/main" id="{6AFF1631-D420-CEE1-FABF-1C6B9FB68815}"/>
              </a:ext>
            </a:extLst>
          </p:cNvPr>
          <p:cNvPicPr>
            <a:picLocks noChangeAspect="1"/>
          </p:cNvPicPr>
          <p:nvPr/>
        </p:nvPicPr>
        <p:blipFill>
          <a:blip r:embed="rId5"/>
          <a:stretch>
            <a:fillRect/>
          </a:stretch>
        </p:blipFill>
        <p:spPr>
          <a:xfrm>
            <a:off x="928975" y="2789835"/>
            <a:ext cx="2100553" cy="1990285"/>
          </a:xfrm>
          <a:prstGeom prst="rect">
            <a:avLst/>
          </a:prstGeom>
        </p:spPr>
      </p:pic>
      <p:sp>
        <p:nvSpPr>
          <p:cNvPr id="26" name="ZoneTexte 8">
            <a:extLst>
              <a:ext uri="{FF2B5EF4-FFF2-40B4-BE49-F238E27FC236}">
                <a16:creationId xmlns:a16="http://schemas.microsoft.com/office/drawing/2014/main" id="{0ACA03F5-1A79-0339-A543-0207F463AAA5}"/>
              </a:ext>
            </a:extLst>
          </p:cNvPr>
          <p:cNvSpPr txBox="1"/>
          <p:nvPr/>
        </p:nvSpPr>
        <p:spPr>
          <a:xfrm>
            <a:off x="1181020" y="4569319"/>
            <a:ext cx="1698331" cy="40011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fr-FR" sz="2000" b="1" dirty="0"/>
              <a:t>Extensibilité</a:t>
            </a:r>
            <a:endParaRPr lang="fr-TN" sz="2000" b="1" dirty="0"/>
          </a:p>
        </p:txBody>
      </p:sp>
      <p:pic>
        <p:nvPicPr>
          <p:cNvPr id="29" name="Picture 28" descr="A picture containing black, sketch, design&#10;&#10;Description automatically generated">
            <a:extLst>
              <a:ext uri="{FF2B5EF4-FFF2-40B4-BE49-F238E27FC236}">
                <a16:creationId xmlns:a16="http://schemas.microsoft.com/office/drawing/2014/main" id="{FD09A83B-AB9B-85BD-667B-DD5F6E0986FB}"/>
              </a:ext>
            </a:extLst>
          </p:cNvPr>
          <p:cNvPicPr>
            <a:picLocks noChangeAspect="1"/>
          </p:cNvPicPr>
          <p:nvPr/>
        </p:nvPicPr>
        <p:blipFill>
          <a:blip r:embed="rId6"/>
          <a:stretch>
            <a:fillRect/>
          </a:stretch>
        </p:blipFill>
        <p:spPr>
          <a:xfrm>
            <a:off x="6114474" y="2711674"/>
            <a:ext cx="2248477" cy="2241892"/>
          </a:xfrm>
          <a:prstGeom prst="rect">
            <a:avLst/>
          </a:prstGeom>
        </p:spPr>
      </p:pic>
      <p:sp>
        <p:nvSpPr>
          <p:cNvPr id="30" name="ZoneTexte 8">
            <a:extLst>
              <a:ext uri="{FF2B5EF4-FFF2-40B4-BE49-F238E27FC236}">
                <a16:creationId xmlns:a16="http://schemas.microsoft.com/office/drawing/2014/main" id="{93B8C185-D424-1AC2-01FA-DBF8872AA1F8}"/>
              </a:ext>
            </a:extLst>
          </p:cNvPr>
          <p:cNvSpPr txBox="1"/>
          <p:nvPr/>
        </p:nvSpPr>
        <p:spPr>
          <a:xfrm>
            <a:off x="6473044" y="4569319"/>
            <a:ext cx="1698331" cy="40011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fr-FR" sz="2000" b="1" dirty="0"/>
              <a:t>Ergonomie</a:t>
            </a:r>
            <a:endParaRPr lang="fr-TN" sz="2000" b="1" dirty="0"/>
          </a:p>
        </p:txBody>
      </p:sp>
      <p:sp>
        <p:nvSpPr>
          <p:cNvPr id="2" name="L-Shape 1">
            <a:extLst>
              <a:ext uri="{FF2B5EF4-FFF2-40B4-BE49-F238E27FC236}">
                <a16:creationId xmlns:a16="http://schemas.microsoft.com/office/drawing/2014/main" id="{13A54749-D9E9-7A1A-A6C0-E587959D676E}"/>
              </a:ext>
            </a:extLst>
          </p:cNvPr>
          <p:cNvSpPr/>
          <p:nvPr/>
        </p:nvSpPr>
        <p:spPr>
          <a:xfrm rot="5400000">
            <a:off x="5067" y="-5068"/>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Shape 2">
            <a:extLst>
              <a:ext uri="{FF2B5EF4-FFF2-40B4-BE49-F238E27FC236}">
                <a16:creationId xmlns:a16="http://schemas.microsoft.com/office/drawing/2014/main" id="{23B2A5AE-1C38-592D-F33F-B54C802882C6}"/>
              </a:ext>
            </a:extLst>
          </p:cNvPr>
          <p:cNvSpPr/>
          <p:nvPr/>
        </p:nvSpPr>
        <p:spPr>
          <a:xfrm rot="5400000">
            <a:off x="454977" y="443616"/>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8427376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ppt_x"/>
                                          </p:val>
                                        </p:tav>
                                        <p:tav tm="100000">
                                          <p:val>
                                            <p:strVal val="#ppt_x"/>
                                          </p:val>
                                        </p:tav>
                                      </p:tavLst>
                                    </p:anim>
                                    <p:anim calcmode="lin" valueType="num">
                                      <p:cBhvr additive="base">
                                        <p:cTn id="1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anim calcmode="lin" valueType="num">
                                      <p:cBhvr additive="base">
                                        <p:cTn id="27" dur="500" fill="hold"/>
                                        <p:tgtEl>
                                          <p:spTgt spid="26"/>
                                        </p:tgtEl>
                                        <p:attrNameLst>
                                          <p:attrName>ppt_x</p:attrName>
                                        </p:attrNameLst>
                                      </p:cBhvr>
                                      <p:tavLst>
                                        <p:tav tm="0">
                                          <p:val>
                                            <p:strVal val="#ppt_x"/>
                                          </p:val>
                                        </p:tav>
                                        <p:tav tm="100000">
                                          <p:val>
                                            <p:strVal val="#ppt_x"/>
                                          </p:val>
                                        </p:tav>
                                      </p:tavLst>
                                    </p:anim>
                                    <p:anim calcmode="lin" valueType="num">
                                      <p:cBhvr additive="base">
                                        <p:cTn id="28" dur="500" fill="hold"/>
                                        <p:tgtEl>
                                          <p:spTgt spid="26"/>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anim calcmode="lin" valueType="num">
                                      <p:cBhvr additive="base">
                                        <p:cTn id="31" dur="500" fill="hold"/>
                                        <p:tgtEl>
                                          <p:spTgt spid="25"/>
                                        </p:tgtEl>
                                        <p:attrNameLst>
                                          <p:attrName>ppt_x</p:attrName>
                                        </p:attrNameLst>
                                      </p:cBhvr>
                                      <p:tavLst>
                                        <p:tav tm="0">
                                          <p:val>
                                            <p:strVal val="#ppt_x"/>
                                          </p:val>
                                        </p:tav>
                                        <p:tav tm="100000">
                                          <p:val>
                                            <p:strVal val="#ppt_x"/>
                                          </p:val>
                                        </p:tav>
                                      </p:tavLst>
                                    </p:anim>
                                    <p:anim calcmode="lin" valueType="num">
                                      <p:cBhvr additive="base">
                                        <p:cTn id="32"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0"/>
                                        </p:tgtEl>
                                        <p:attrNameLst>
                                          <p:attrName>style.visibility</p:attrName>
                                        </p:attrNameLst>
                                      </p:cBhvr>
                                      <p:to>
                                        <p:strVal val="visible"/>
                                      </p:to>
                                    </p:set>
                                    <p:anim calcmode="lin" valueType="num">
                                      <p:cBhvr additive="base">
                                        <p:cTn id="37" dur="500" fill="hold"/>
                                        <p:tgtEl>
                                          <p:spTgt spid="30"/>
                                        </p:tgtEl>
                                        <p:attrNameLst>
                                          <p:attrName>ppt_x</p:attrName>
                                        </p:attrNameLst>
                                      </p:cBhvr>
                                      <p:tavLst>
                                        <p:tav tm="0">
                                          <p:val>
                                            <p:strVal val="#ppt_x"/>
                                          </p:val>
                                        </p:tav>
                                        <p:tav tm="100000">
                                          <p:val>
                                            <p:strVal val="#ppt_x"/>
                                          </p:val>
                                        </p:tav>
                                      </p:tavLst>
                                    </p:anim>
                                    <p:anim calcmode="lin" valueType="num">
                                      <p:cBhvr additive="base">
                                        <p:cTn id="38" dur="500" fill="hold"/>
                                        <p:tgtEl>
                                          <p:spTgt spid="30"/>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29"/>
                                        </p:tgtEl>
                                        <p:attrNameLst>
                                          <p:attrName>style.visibility</p:attrName>
                                        </p:attrNameLst>
                                      </p:cBhvr>
                                      <p:to>
                                        <p:strVal val="visible"/>
                                      </p:to>
                                    </p:set>
                                    <p:anim calcmode="lin" valueType="num">
                                      <p:cBhvr additive="base">
                                        <p:cTn id="41" dur="500" fill="hold"/>
                                        <p:tgtEl>
                                          <p:spTgt spid="29"/>
                                        </p:tgtEl>
                                        <p:attrNameLst>
                                          <p:attrName>ppt_x</p:attrName>
                                        </p:attrNameLst>
                                      </p:cBhvr>
                                      <p:tavLst>
                                        <p:tav tm="0">
                                          <p:val>
                                            <p:strVal val="#ppt_x"/>
                                          </p:val>
                                        </p:tav>
                                        <p:tav tm="100000">
                                          <p:val>
                                            <p:strVal val="#ppt_x"/>
                                          </p:val>
                                        </p:tav>
                                      </p:tavLst>
                                    </p:anim>
                                    <p:anim calcmode="lin" valueType="num">
                                      <p:cBhvr additive="base">
                                        <p:cTn id="42"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5" grpId="0"/>
      <p:bldP spid="26" grpId="0"/>
      <p:bldP spid="3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Rectangle 179">
            <a:extLst>
              <a:ext uri="{FF2B5EF4-FFF2-40B4-BE49-F238E27FC236}">
                <a16:creationId xmlns:a16="http://schemas.microsoft.com/office/drawing/2014/main" id="{11069782-32BB-422A-847C-84DC7EBBD744}"/>
              </a:ext>
            </a:extLst>
          </p:cNvPr>
          <p:cNvSpPr>
            <a:spLocks/>
          </p:cNvSpPr>
          <p:nvPr/>
        </p:nvSpPr>
        <p:spPr bwMode="auto">
          <a:xfrm>
            <a:off x="2751247" y="217402"/>
            <a:ext cx="338874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nchor="ctr">
            <a:spAutoFit/>
          </a:bodyPr>
          <a:lstStyle/>
          <a:p>
            <a:pPr algn="ctr"/>
            <a:r>
              <a:rPr lang="en-US" sz="20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rPr>
              <a:t>DIAGRAMME DE SEQUENCE</a:t>
            </a:r>
          </a:p>
        </p:txBody>
      </p:sp>
      <p:sp>
        <p:nvSpPr>
          <p:cNvPr id="181" name="Rectangle 1">
            <a:extLst>
              <a:ext uri="{FF2B5EF4-FFF2-40B4-BE49-F238E27FC236}">
                <a16:creationId xmlns:a16="http://schemas.microsoft.com/office/drawing/2014/main" id="{E48B9C84-1CD2-4D15-8F80-6B5F8B6A43D2}"/>
              </a:ext>
            </a:extLst>
          </p:cNvPr>
          <p:cNvSpPr>
            <a:spLocks/>
          </p:cNvSpPr>
          <p:nvPr/>
        </p:nvSpPr>
        <p:spPr bwMode="auto">
          <a:xfrm>
            <a:off x="2859266" y="65648"/>
            <a:ext cx="3280730"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fr-FR" sz="1050" spc="82" dirty="0">
                <a:solidFill>
                  <a:schemeClr val="bg1">
                    <a:lumMod val="50000"/>
                  </a:schemeClr>
                </a:solidFill>
                <a:latin typeface="Source Sans Pro" charset="0"/>
                <a:ea typeface="Source Sans Pro" charset="0"/>
                <a:cs typeface="Source Sans Pro" charset="0"/>
                <a:sym typeface="Bebas Neue" charset="0"/>
              </a:rPr>
              <a:t>SPÉCIFICATION DES BESOINS ET CONCEPTION</a:t>
            </a:r>
            <a:endParaRPr lang="en-US" sz="1050" spc="82" dirty="0">
              <a:solidFill>
                <a:schemeClr val="bg1">
                  <a:lumMod val="50000"/>
                </a:schemeClr>
              </a:solidFill>
              <a:latin typeface="Source Sans Pro" charset="0"/>
              <a:ea typeface="Source Sans Pro" charset="0"/>
              <a:cs typeface="Source Sans Pro" charset="0"/>
              <a:sym typeface="Bebas Neue" charset="0"/>
            </a:endParaRPr>
          </a:p>
        </p:txBody>
      </p:sp>
      <p:sp>
        <p:nvSpPr>
          <p:cNvPr id="182" name="Google Shape;223;p25">
            <a:extLst>
              <a:ext uri="{FF2B5EF4-FFF2-40B4-BE49-F238E27FC236}">
                <a16:creationId xmlns:a16="http://schemas.microsoft.com/office/drawing/2014/main" id="{5E974DE5-78C3-4FA7-BC3B-9511EB80783A}"/>
              </a:ext>
            </a:extLst>
          </p:cNvPr>
          <p:cNvSpPr/>
          <p:nvPr/>
        </p:nvSpPr>
        <p:spPr>
          <a:xfrm>
            <a:off x="3828006" y="493402"/>
            <a:ext cx="141138" cy="141334"/>
          </a:xfrm>
          <a:prstGeom prst="rect">
            <a:avLst/>
          </a:prstGeom>
          <a:solidFill>
            <a:srgbClr val="0F4C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F4C81"/>
              </a:solidFill>
            </a:endParaRPr>
          </a:p>
        </p:txBody>
      </p:sp>
      <p:sp>
        <p:nvSpPr>
          <p:cNvPr id="183" name="Google Shape;224;p25">
            <a:extLst>
              <a:ext uri="{FF2B5EF4-FFF2-40B4-BE49-F238E27FC236}">
                <a16:creationId xmlns:a16="http://schemas.microsoft.com/office/drawing/2014/main" id="{64408804-D82F-4025-A868-8DD30CFE67BF}"/>
              </a:ext>
            </a:extLst>
          </p:cNvPr>
          <p:cNvSpPr/>
          <p:nvPr/>
        </p:nvSpPr>
        <p:spPr>
          <a:xfrm>
            <a:off x="4800212" y="493402"/>
            <a:ext cx="141138" cy="141334"/>
          </a:xfrm>
          <a:prstGeom prst="rect">
            <a:avLst/>
          </a:prstGeom>
          <a:solidFill>
            <a:srgbClr val="98BE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0AA9B"/>
              </a:solidFill>
            </a:endParaRPr>
          </a:p>
        </p:txBody>
      </p:sp>
      <p:sp>
        <p:nvSpPr>
          <p:cNvPr id="184" name="Google Shape;225;p25">
            <a:extLst>
              <a:ext uri="{FF2B5EF4-FFF2-40B4-BE49-F238E27FC236}">
                <a16:creationId xmlns:a16="http://schemas.microsoft.com/office/drawing/2014/main" id="{D842B6B1-DB86-4985-B089-8456DEE5266B}"/>
              </a:ext>
            </a:extLst>
          </p:cNvPr>
          <p:cNvSpPr/>
          <p:nvPr/>
        </p:nvSpPr>
        <p:spPr>
          <a:xfrm>
            <a:off x="4480906" y="493402"/>
            <a:ext cx="141138" cy="141334"/>
          </a:xfrm>
          <a:prstGeom prst="rect">
            <a:avLst/>
          </a:prstGeom>
          <a:solidFill>
            <a:srgbClr val="EF46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224;p25">
            <a:extLst>
              <a:ext uri="{FF2B5EF4-FFF2-40B4-BE49-F238E27FC236}">
                <a16:creationId xmlns:a16="http://schemas.microsoft.com/office/drawing/2014/main" id="{046BFF2C-DF24-4DB5-AB69-7B4E15779C7A}"/>
              </a:ext>
            </a:extLst>
          </p:cNvPr>
          <p:cNvSpPr/>
          <p:nvPr/>
        </p:nvSpPr>
        <p:spPr>
          <a:xfrm>
            <a:off x="4154456" y="493402"/>
            <a:ext cx="141138" cy="141334"/>
          </a:xfrm>
          <a:prstGeom prst="rect">
            <a:avLst/>
          </a:prstGeom>
          <a:solidFill>
            <a:srgbClr val="42A33A"/>
          </a:solidFill>
          <a:ln>
            <a:solidFill>
              <a:srgbClr val="42A33A"/>
            </a:solid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AA9B"/>
              </a:solidFill>
            </a:endParaRPr>
          </a:p>
        </p:txBody>
      </p:sp>
      <p:sp>
        <p:nvSpPr>
          <p:cNvPr id="186" name="L-Shape 185">
            <a:extLst>
              <a:ext uri="{FF2B5EF4-FFF2-40B4-BE49-F238E27FC236}">
                <a16:creationId xmlns:a16="http://schemas.microsoft.com/office/drawing/2014/main" id="{B48285AE-2E9F-47E4-ACC8-26DC03FB0C6F}"/>
              </a:ext>
            </a:extLst>
          </p:cNvPr>
          <p:cNvSpPr/>
          <p:nvPr/>
        </p:nvSpPr>
        <p:spPr>
          <a:xfrm rot="10800000">
            <a:off x="8509883" y="1560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AA9B"/>
              </a:solidFill>
            </a:endParaRPr>
          </a:p>
        </p:txBody>
      </p:sp>
      <p:sp>
        <p:nvSpPr>
          <p:cNvPr id="187" name="L-Shape 186">
            <a:extLst>
              <a:ext uri="{FF2B5EF4-FFF2-40B4-BE49-F238E27FC236}">
                <a16:creationId xmlns:a16="http://schemas.microsoft.com/office/drawing/2014/main" id="{A88D0EED-8B27-4F54-A0B7-C12AD99D3725}"/>
              </a:ext>
            </a:extLst>
          </p:cNvPr>
          <p:cNvSpPr/>
          <p:nvPr/>
        </p:nvSpPr>
        <p:spPr>
          <a:xfrm rot="10800000">
            <a:off x="8509883" y="444235"/>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Rectangle 70">
            <a:extLst>
              <a:ext uri="{FF2B5EF4-FFF2-40B4-BE49-F238E27FC236}">
                <a16:creationId xmlns:a16="http://schemas.microsoft.com/office/drawing/2014/main" id="{2D35F594-CE7F-4211-8399-B302449C495C}"/>
              </a:ext>
            </a:extLst>
          </p:cNvPr>
          <p:cNvSpPr/>
          <p:nvPr/>
        </p:nvSpPr>
        <p:spPr>
          <a:xfrm>
            <a:off x="8761395" y="4746158"/>
            <a:ext cx="371462" cy="378619"/>
          </a:xfrm>
          <a:prstGeom prst="rect">
            <a:avLst/>
          </a:prstGeom>
          <a:solidFill>
            <a:srgbClr val="EF4641"/>
          </a:solidFill>
          <a:ln>
            <a:solidFill>
              <a:srgbClr val="EF46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C88D4E6E-6DF8-4F3A-8523-ABD502F88036}"/>
              </a:ext>
            </a:extLst>
          </p:cNvPr>
          <p:cNvSpPr/>
          <p:nvPr/>
        </p:nvSpPr>
        <p:spPr>
          <a:xfrm>
            <a:off x="0" y="4780121"/>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AA9B"/>
              </a:solidFill>
            </a:endParaRPr>
          </a:p>
        </p:txBody>
      </p:sp>
      <p:sp>
        <p:nvSpPr>
          <p:cNvPr id="18" name="TextBox 17">
            <a:extLst>
              <a:ext uri="{FF2B5EF4-FFF2-40B4-BE49-F238E27FC236}">
                <a16:creationId xmlns:a16="http://schemas.microsoft.com/office/drawing/2014/main" id="{81C54833-1101-FDA9-4983-E87E9A540F8B}"/>
              </a:ext>
            </a:extLst>
          </p:cNvPr>
          <p:cNvSpPr txBox="1"/>
          <p:nvPr/>
        </p:nvSpPr>
        <p:spPr>
          <a:xfrm>
            <a:off x="254611" y="4863167"/>
            <a:ext cx="484927" cy="261610"/>
          </a:xfrm>
          <a:prstGeom prst="rect">
            <a:avLst/>
          </a:prstGeom>
          <a:noFill/>
        </p:spPr>
        <p:txBody>
          <a:bodyPr wrap="square">
            <a:spAutoFit/>
          </a:bodyPr>
          <a:lstStyle/>
          <a:p>
            <a:pPr algn="r" rtl="0">
              <a:spcBef>
                <a:spcPts val="0"/>
              </a:spcBef>
              <a:spcAft>
                <a:spcPts val="0"/>
              </a:spcAft>
            </a:pPr>
            <a:r>
              <a:rPr lang="fr-FR" sz="900" b="1" dirty="0">
                <a:solidFill>
                  <a:srgbClr val="464646"/>
                </a:solidFill>
                <a:latin typeface="Calibri" panose="020F0502020204030204" pitchFamily="34" charset="0"/>
              </a:rPr>
              <a:t>13</a:t>
            </a:r>
            <a:r>
              <a:rPr lang="fr-FR" sz="1100" b="1" dirty="0">
                <a:solidFill>
                  <a:srgbClr val="0F4C81"/>
                </a:solidFill>
              </a:rPr>
              <a:t> |</a:t>
            </a:r>
            <a:endParaRPr lang="en-US" sz="900" dirty="0"/>
          </a:p>
        </p:txBody>
      </p:sp>
      <p:pic>
        <p:nvPicPr>
          <p:cNvPr id="3" name="Picture 2" descr="A diagram of a service&#10;&#10;Description automatically generated with low confidence">
            <a:extLst>
              <a:ext uri="{FF2B5EF4-FFF2-40B4-BE49-F238E27FC236}">
                <a16:creationId xmlns:a16="http://schemas.microsoft.com/office/drawing/2014/main" id="{1604DAEF-5120-615D-1BE3-DC3590C59B48}"/>
              </a:ext>
            </a:extLst>
          </p:cNvPr>
          <p:cNvPicPr>
            <a:picLocks noChangeAspect="1"/>
          </p:cNvPicPr>
          <p:nvPr/>
        </p:nvPicPr>
        <p:blipFill>
          <a:blip r:embed="rId3"/>
          <a:stretch>
            <a:fillRect/>
          </a:stretch>
        </p:blipFill>
        <p:spPr>
          <a:xfrm>
            <a:off x="0" y="634737"/>
            <a:ext cx="9042400" cy="4194468"/>
          </a:xfrm>
          <a:prstGeom prst="rect">
            <a:avLst/>
          </a:prstGeom>
        </p:spPr>
      </p:pic>
      <p:sp>
        <p:nvSpPr>
          <p:cNvPr id="2" name="L-Shape 1">
            <a:extLst>
              <a:ext uri="{FF2B5EF4-FFF2-40B4-BE49-F238E27FC236}">
                <a16:creationId xmlns:a16="http://schemas.microsoft.com/office/drawing/2014/main" id="{BCC9B713-1136-E602-DEA4-D71177669DD1}"/>
              </a:ext>
            </a:extLst>
          </p:cNvPr>
          <p:cNvSpPr/>
          <p:nvPr/>
        </p:nvSpPr>
        <p:spPr>
          <a:xfrm rot="5400000">
            <a:off x="5067" y="-5068"/>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L-Shape 3">
            <a:extLst>
              <a:ext uri="{FF2B5EF4-FFF2-40B4-BE49-F238E27FC236}">
                <a16:creationId xmlns:a16="http://schemas.microsoft.com/office/drawing/2014/main" id="{8E6BDA62-F7A8-015B-88FF-D3FE20711A54}"/>
              </a:ext>
            </a:extLst>
          </p:cNvPr>
          <p:cNvSpPr/>
          <p:nvPr/>
        </p:nvSpPr>
        <p:spPr>
          <a:xfrm rot="5400000">
            <a:off x="454977" y="443616"/>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9052701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Rectangle 179">
            <a:extLst>
              <a:ext uri="{FF2B5EF4-FFF2-40B4-BE49-F238E27FC236}">
                <a16:creationId xmlns:a16="http://schemas.microsoft.com/office/drawing/2014/main" id="{11069782-32BB-422A-847C-84DC7EBBD744}"/>
              </a:ext>
            </a:extLst>
          </p:cNvPr>
          <p:cNvSpPr>
            <a:spLocks/>
          </p:cNvSpPr>
          <p:nvPr/>
        </p:nvSpPr>
        <p:spPr bwMode="auto">
          <a:xfrm>
            <a:off x="3029911" y="180565"/>
            <a:ext cx="30841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nchor="ctr">
            <a:spAutoFit/>
          </a:bodyPr>
          <a:lstStyle/>
          <a:p>
            <a:pPr algn="ctr"/>
            <a:r>
              <a:rPr lang="en-US" sz="20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rPr>
              <a:t>BESOINS</a:t>
            </a:r>
            <a:r>
              <a:rPr lang="en-US" sz="24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rPr>
              <a:t> </a:t>
            </a:r>
            <a:r>
              <a:rPr lang="en-US" sz="20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rPr>
              <a:t>FONCTIONNELS</a:t>
            </a:r>
          </a:p>
        </p:txBody>
      </p:sp>
      <p:sp>
        <p:nvSpPr>
          <p:cNvPr id="181" name="Rectangle 1">
            <a:extLst>
              <a:ext uri="{FF2B5EF4-FFF2-40B4-BE49-F238E27FC236}">
                <a16:creationId xmlns:a16="http://schemas.microsoft.com/office/drawing/2014/main" id="{E48B9C84-1CD2-4D15-8F80-6B5F8B6A43D2}"/>
              </a:ext>
            </a:extLst>
          </p:cNvPr>
          <p:cNvSpPr>
            <a:spLocks/>
          </p:cNvSpPr>
          <p:nvPr/>
        </p:nvSpPr>
        <p:spPr bwMode="auto">
          <a:xfrm>
            <a:off x="2950052" y="96451"/>
            <a:ext cx="3297382" cy="167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fr-FR" sz="1050" spc="82" dirty="0">
                <a:solidFill>
                  <a:schemeClr val="bg1">
                    <a:lumMod val="50000"/>
                  </a:schemeClr>
                </a:solidFill>
                <a:latin typeface="Source Sans Pro" charset="0"/>
                <a:ea typeface="Source Sans Pro" charset="0"/>
                <a:cs typeface="Source Sans Pro" charset="0"/>
                <a:sym typeface="Bebas Neue" charset="0"/>
              </a:rPr>
              <a:t>SPÉCIFICATION DES BESOINS ET CONCEPTION</a:t>
            </a:r>
            <a:endParaRPr lang="en-US" sz="1050" spc="82" dirty="0">
              <a:solidFill>
                <a:schemeClr val="bg1">
                  <a:lumMod val="50000"/>
                </a:schemeClr>
              </a:solidFill>
              <a:latin typeface="Source Sans Pro" charset="0"/>
              <a:ea typeface="Source Sans Pro" charset="0"/>
              <a:cs typeface="Source Sans Pro" charset="0"/>
              <a:sym typeface="Bebas Neue" charset="0"/>
            </a:endParaRPr>
          </a:p>
        </p:txBody>
      </p:sp>
      <p:sp>
        <p:nvSpPr>
          <p:cNvPr id="186" name="L-Shape 185">
            <a:extLst>
              <a:ext uri="{FF2B5EF4-FFF2-40B4-BE49-F238E27FC236}">
                <a16:creationId xmlns:a16="http://schemas.microsoft.com/office/drawing/2014/main" id="{B48285AE-2E9F-47E4-ACC8-26DC03FB0C6F}"/>
              </a:ext>
            </a:extLst>
          </p:cNvPr>
          <p:cNvSpPr/>
          <p:nvPr/>
        </p:nvSpPr>
        <p:spPr>
          <a:xfrm rot="10800000">
            <a:off x="8509883" y="1560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AA9B"/>
              </a:solidFill>
            </a:endParaRPr>
          </a:p>
        </p:txBody>
      </p:sp>
      <p:sp>
        <p:nvSpPr>
          <p:cNvPr id="187" name="L-Shape 186">
            <a:extLst>
              <a:ext uri="{FF2B5EF4-FFF2-40B4-BE49-F238E27FC236}">
                <a16:creationId xmlns:a16="http://schemas.microsoft.com/office/drawing/2014/main" id="{A88D0EED-8B27-4F54-A0B7-C12AD99D3725}"/>
              </a:ext>
            </a:extLst>
          </p:cNvPr>
          <p:cNvSpPr/>
          <p:nvPr/>
        </p:nvSpPr>
        <p:spPr>
          <a:xfrm rot="10800000">
            <a:off x="8509883" y="444235"/>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Rectangle 70">
            <a:extLst>
              <a:ext uri="{FF2B5EF4-FFF2-40B4-BE49-F238E27FC236}">
                <a16:creationId xmlns:a16="http://schemas.microsoft.com/office/drawing/2014/main" id="{2D35F594-CE7F-4211-8399-B302449C495C}"/>
              </a:ext>
            </a:extLst>
          </p:cNvPr>
          <p:cNvSpPr/>
          <p:nvPr/>
        </p:nvSpPr>
        <p:spPr>
          <a:xfrm>
            <a:off x="8761395" y="4746158"/>
            <a:ext cx="371462" cy="378619"/>
          </a:xfrm>
          <a:prstGeom prst="rect">
            <a:avLst/>
          </a:prstGeom>
          <a:solidFill>
            <a:srgbClr val="EF4641"/>
          </a:solidFill>
          <a:ln>
            <a:solidFill>
              <a:srgbClr val="EF46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C88D4E6E-6DF8-4F3A-8523-ABD502F88036}"/>
              </a:ext>
            </a:extLst>
          </p:cNvPr>
          <p:cNvSpPr/>
          <p:nvPr/>
        </p:nvSpPr>
        <p:spPr>
          <a:xfrm>
            <a:off x="0" y="4780121"/>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AA9B"/>
              </a:solidFill>
            </a:endParaRPr>
          </a:p>
        </p:txBody>
      </p:sp>
      <p:sp>
        <p:nvSpPr>
          <p:cNvPr id="73" name="TextBox 72">
            <a:extLst>
              <a:ext uri="{FF2B5EF4-FFF2-40B4-BE49-F238E27FC236}">
                <a16:creationId xmlns:a16="http://schemas.microsoft.com/office/drawing/2014/main" id="{598D24D3-CF0C-48E3-A60D-2152E77B1F40}"/>
              </a:ext>
            </a:extLst>
          </p:cNvPr>
          <p:cNvSpPr txBox="1"/>
          <p:nvPr/>
        </p:nvSpPr>
        <p:spPr>
          <a:xfrm>
            <a:off x="-78235" y="4838625"/>
            <a:ext cx="800719" cy="261610"/>
          </a:xfrm>
          <a:prstGeom prst="rect">
            <a:avLst/>
          </a:prstGeom>
          <a:noFill/>
        </p:spPr>
        <p:txBody>
          <a:bodyPr wrap="square">
            <a:spAutoFit/>
          </a:bodyPr>
          <a:lstStyle/>
          <a:p>
            <a:pPr algn="r"/>
            <a:r>
              <a:rPr lang="fr-FR" sz="900" b="1" dirty="0">
                <a:solidFill>
                  <a:srgbClr val="464646"/>
                </a:solidFill>
                <a:latin typeface="Calibri" panose="020F0502020204030204" pitchFamily="34" charset="0"/>
              </a:rPr>
              <a:t>14</a:t>
            </a:r>
            <a:r>
              <a:rPr lang="fr-FR" sz="1100" b="1" dirty="0">
                <a:solidFill>
                  <a:srgbClr val="0F4C81"/>
                </a:solidFill>
              </a:rPr>
              <a:t> |</a:t>
            </a:r>
            <a:endParaRPr lang="en-US" sz="900" dirty="0"/>
          </a:p>
        </p:txBody>
      </p:sp>
      <p:pic>
        <p:nvPicPr>
          <p:cNvPr id="5" name="Picture 4" descr="A picture containing text, screenshot, diagram&#10;&#10;Description automatically generated">
            <a:extLst>
              <a:ext uri="{FF2B5EF4-FFF2-40B4-BE49-F238E27FC236}">
                <a16:creationId xmlns:a16="http://schemas.microsoft.com/office/drawing/2014/main" id="{B3BCAA14-83C0-D7EE-BBCC-487E896DB2DB}"/>
              </a:ext>
            </a:extLst>
          </p:cNvPr>
          <p:cNvPicPr>
            <a:picLocks noChangeAspect="1"/>
          </p:cNvPicPr>
          <p:nvPr/>
        </p:nvPicPr>
        <p:blipFill>
          <a:blip r:embed="rId3"/>
          <a:stretch>
            <a:fillRect/>
          </a:stretch>
        </p:blipFill>
        <p:spPr>
          <a:xfrm>
            <a:off x="0" y="666706"/>
            <a:ext cx="9132857" cy="3853522"/>
          </a:xfrm>
          <a:prstGeom prst="rect">
            <a:avLst/>
          </a:prstGeom>
        </p:spPr>
      </p:pic>
      <p:sp>
        <p:nvSpPr>
          <p:cNvPr id="2" name="L-Shape 1">
            <a:extLst>
              <a:ext uri="{FF2B5EF4-FFF2-40B4-BE49-F238E27FC236}">
                <a16:creationId xmlns:a16="http://schemas.microsoft.com/office/drawing/2014/main" id="{915B2149-223E-64E8-1CB9-0F32D3463D42}"/>
              </a:ext>
            </a:extLst>
          </p:cNvPr>
          <p:cNvSpPr/>
          <p:nvPr/>
        </p:nvSpPr>
        <p:spPr>
          <a:xfrm rot="5400000">
            <a:off x="5067" y="-5068"/>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Shape 2">
            <a:extLst>
              <a:ext uri="{FF2B5EF4-FFF2-40B4-BE49-F238E27FC236}">
                <a16:creationId xmlns:a16="http://schemas.microsoft.com/office/drawing/2014/main" id="{14608DFC-CC40-E590-4518-EC248A7D707F}"/>
              </a:ext>
            </a:extLst>
          </p:cNvPr>
          <p:cNvSpPr/>
          <p:nvPr/>
        </p:nvSpPr>
        <p:spPr>
          <a:xfrm rot="5400000">
            <a:off x="454977" y="443616"/>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2475655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61" name="Google Shape;461;p45"/>
          <p:cNvSpPr txBox="1">
            <a:spLocks noGrp="1"/>
          </p:cNvSpPr>
          <p:nvPr>
            <p:ph type="title" idx="2"/>
          </p:nvPr>
        </p:nvSpPr>
        <p:spPr>
          <a:xfrm>
            <a:off x="316140" y="278679"/>
            <a:ext cx="3468900" cy="1104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03</a:t>
            </a:r>
            <a:endParaRPr dirty="0"/>
          </a:p>
        </p:txBody>
      </p:sp>
      <p:sp>
        <p:nvSpPr>
          <p:cNvPr id="12" name="Google Shape;223;p25">
            <a:extLst>
              <a:ext uri="{FF2B5EF4-FFF2-40B4-BE49-F238E27FC236}">
                <a16:creationId xmlns:a16="http://schemas.microsoft.com/office/drawing/2014/main" id="{761EE900-A22D-4716-BF38-953CFD9B9CD5}"/>
              </a:ext>
            </a:extLst>
          </p:cNvPr>
          <p:cNvSpPr/>
          <p:nvPr/>
        </p:nvSpPr>
        <p:spPr>
          <a:xfrm>
            <a:off x="6057998" y="776080"/>
            <a:ext cx="198000" cy="198000"/>
          </a:xfrm>
          <a:prstGeom prst="rect">
            <a:avLst/>
          </a:prstGeom>
          <a:solidFill>
            <a:srgbClr val="0F4C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F4C81"/>
              </a:solidFill>
            </a:endParaRPr>
          </a:p>
        </p:txBody>
      </p:sp>
      <p:sp>
        <p:nvSpPr>
          <p:cNvPr id="13" name="Google Shape;224;p25">
            <a:extLst>
              <a:ext uri="{FF2B5EF4-FFF2-40B4-BE49-F238E27FC236}">
                <a16:creationId xmlns:a16="http://schemas.microsoft.com/office/drawing/2014/main" id="{50C1535E-AF3C-4299-86E4-AFA8DCE3252A}"/>
              </a:ext>
            </a:extLst>
          </p:cNvPr>
          <p:cNvSpPr/>
          <p:nvPr/>
        </p:nvSpPr>
        <p:spPr>
          <a:xfrm>
            <a:off x="7030204" y="776080"/>
            <a:ext cx="198000" cy="198000"/>
          </a:xfrm>
          <a:prstGeom prst="rect">
            <a:avLst/>
          </a:prstGeom>
          <a:solidFill>
            <a:srgbClr val="98BE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AA9B"/>
              </a:solidFill>
            </a:endParaRPr>
          </a:p>
        </p:txBody>
      </p:sp>
      <p:sp>
        <p:nvSpPr>
          <p:cNvPr id="14" name="Google Shape;225;p25">
            <a:extLst>
              <a:ext uri="{FF2B5EF4-FFF2-40B4-BE49-F238E27FC236}">
                <a16:creationId xmlns:a16="http://schemas.microsoft.com/office/drawing/2014/main" id="{9C834A09-6607-4FAC-B901-DFF56A22AE84}"/>
              </a:ext>
            </a:extLst>
          </p:cNvPr>
          <p:cNvSpPr/>
          <p:nvPr/>
        </p:nvSpPr>
        <p:spPr>
          <a:xfrm>
            <a:off x="6710898" y="776080"/>
            <a:ext cx="198000" cy="198000"/>
          </a:xfrm>
          <a:prstGeom prst="rect">
            <a:avLst/>
          </a:prstGeom>
          <a:solidFill>
            <a:srgbClr val="EF46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24;p25">
            <a:extLst>
              <a:ext uri="{FF2B5EF4-FFF2-40B4-BE49-F238E27FC236}">
                <a16:creationId xmlns:a16="http://schemas.microsoft.com/office/drawing/2014/main" id="{4E934142-8163-49BB-B175-903FD8BB36A3}"/>
              </a:ext>
            </a:extLst>
          </p:cNvPr>
          <p:cNvSpPr/>
          <p:nvPr/>
        </p:nvSpPr>
        <p:spPr>
          <a:xfrm>
            <a:off x="6384448" y="776080"/>
            <a:ext cx="198000" cy="198000"/>
          </a:xfrm>
          <a:prstGeom prst="rect">
            <a:avLst/>
          </a:prstGeom>
          <a:solidFill>
            <a:srgbClr val="69A1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9A147"/>
              </a:solidFill>
            </a:endParaRPr>
          </a:p>
        </p:txBody>
      </p:sp>
      <p:sp>
        <p:nvSpPr>
          <p:cNvPr id="19" name="Rectangle 18">
            <a:extLst>
              <a:ext uri="{FF2B5EF4-FFF2-40B4-BE49-F238E27FC236}">
                <a16:creationId xmlns:a16="http://schemas.microsoft.com/office/drawing/2014/main" id="{96391A46-E587-4060-8C7F-A5331BC2C32B}"/>
              </a:ext>
            </a:extLst>
          </p:cNvPr>
          <p:cNvSpPr/>
          <p:nvPr/>
        </p:nvSpPr>
        <p:spPr>
          <a:xfrm>
            <a:off x="0" y="4764880"/>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11E4BA24-AA16-4EA5-8632-B938CA93A8C5}"/>
              </a:ext>
            </a:extLst>
          </p:cNvPr>
          <p:cNvSpPr txBox="1"/>
          <p:nvPr/>
        </p:nvSpPr>
        <p:spPr>
          <a:xfrm>
            <a:off x="316140" y="4864821"/>
            <a:ext cx="450478" cy="261608"/>
          </a:xfrm>
          <a:prstGeom prst="rect">
            <a:avLst/>
          </a:prstGeom>
          <a:noFill/>
        </p:spPr>
        <p:txBody>
          <a:bodyPr wrap="square">
            <a:spAutoFit/>
          </a:bodyPr>
          <a:lstStyle/>
          <a:p>
            <a:pPr algn="r"/>
            <a:r>
              <a:rPr lang="fr-FR" sz="900" b="1" dirty="0">
                <a:solidFill>
                  <a:srgbClr val="464646"/>
                </a:solidFill>
                <a:latin typeface="Calibri" panose="020F0502020204030204" pitchFamily="34" charset="0"/>
              </a:rPr>
              <a:t>15</a:t>
            </a:r>
            <a:r>
              <a:rPr lang="fr-FR" sz="1100" b="1" dirty="0">
                <a:solidFill>
                  <a:srgbClr val="0F4C81"/>
                </a:solidFill>
              </a:rPr>
              <a:t> |</a:t>
            </a:r>
            <a:endParaRPr lang="en-US" sz="900" dirty="0"/>
          </a:p>
        </p:txBody>
      </p:sp>
      <p:sp>
        <p:nvSpPr>
          <p:cNvPr id="17" name="L-Shape 16">
            <a:extLst>
              <a:ext uri="{FF2B5EF4-FFF2-40B4-BE49-F238E27FC236}">
                <a16:creationId xmlns:a16="http://schemas.microsoft.com/office/drawing/2014/main" id="{8BD42EDA-BABD-4FBF-8021-03D895FC8DC5}"/>
              </a:ext>
            </a:extLst>
          </p:cNvPr>
          <p:cNvSpPr/>
          <p:nvPr/>
        </p:nvSpPr>
        <p:spPr>
          <a:xfrm rot="10800000">
            <a:off x="8509883" y="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L-Shape 17">
            <a:extLst>
              <a:ext uri="{FF2B5EF4-FFF2-40B4-BE49-F238E27FC236}">
                <a16:creationId xmlns:a16="http://schemas.microsoft.com/office/drawing/2014/main" id="{8317E6B2-56A9-4D64-9470-C9C57F7D54FA}"/>
              </a:ext>
            </a:extLst>
          </p:cNvPr>
          <p:cNvSpPr/>
          <p:nvPr/>
        </p:nvSpPr>
        <p:spPr>
          <a:xfrm rot="10800000">
            <a:off x="8509883" y="444235"/>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L-Shape 20">
            <a:extLst>
              <a:ext uri="{FF2B5EF4-FFF2-40B4-BE49-F238E27FC236}">
                <a16:creationId xmlns:a16="http://schemas.microsoft.com/office/drawing/2014/main" id="{DE2A99EE-D5FD-4E1F-AD7F-8D74E850E5B5}"/>
              </a:ext>
            </a:extLst>
          </p:cNvPr>
          <p:cNvSpPr/>
          <p:nvPr/>
        </p:nvSpPr>
        <p:spPr>
          <a:xfrm rot="5400000">
            <a:off x="1575596" y="1578482"/>
            <a:ext cx="634117" cy="644250"/>
          </a:xfrm>
          <a:prstGeom prst="corner">
            <a:avLst/>
          </a:prstGeom>
          <a:solidFill>
            <a:srgbClr val="69A147"/>
          </a:solidFill>
          <a:ln>
            <a:solidFill>
              <a:srgbClr val="69A14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Google Shape;460;p45">
            <a:extLst>
              <a:ext uri="{FF2B5EF4-FFF2-40B4-BE49-F238E27FC236}">
                <a16:creationId xmlns:a16="http://schemas.microsoft.com/office/drawing/2014/main" id="{36327026-A591-405D-AAD5-016E25626807}"/>
              </a:ext>
            </a:extLst>
          </p:cNvPr>
          <p:cNvSpPr txBox="1">
            <a:spLocks/>
          </p:cNvSpPr>
          <p:nvPr/>
        </p:nvSpPr>
        <p:spPr>
          <a:xfrm>
            <a:off x="2429313" y="1900607"/>
            <a:ext cx="3955136" cy="17172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4200"/>
              <a:buFont typeface="Anton"/>
              <a:buNone/>
              <a:defRPr sz="4800" b="0" i="0" u="none" strike="noStrike" cap="none">
                <a:solidFill>
                  <a:schemeClr val="dk2"/>
                </a:solidFill>
                <a:latin typeface="Anton"/>
                <a:ea typeface="Anton"/>
                <a:cs typeface="Anton"/>
                <a:sym typeface="Anton"/>
              </a:defRPr>
            </a:lvl1pPr>
            <a:lvl2pPr marR="0" lvl="1"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2pPr>
            <a:lvl3pPr marR="0" lvl="2"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3pPr>
            <a:lvl4pPr marR="0" lvl="3"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4pPr>
            <a:lvl5pPr marR="0" lvl="4"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5pPr>
            <a:lvl6pPr marR="0" lvl="5"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6pPr>
            <a:lvl7pPr marR="0" lvl="6"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7pPr>
            <a:lvl8pPr marR="0" lvl="7"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8pPr>
            <a:lvl9pPr marR="0" lvl="8"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9pPr>
          </a:lstStyle>
          <a:p>
            <a:r>
              <a:rPr lang="en-US" dirty="0">
                <a:solidFill>
                  <a:schemeClr val="lt1"/>
                </a:solidFill>
              </a:rPr>
              <a:t>  ETAT DE </a:t>
            </a:r>
          </a:p>
          <a:p>
            <a:r>
              <a:rPr lang="en-US" dirty="0"/>
              <a:t>            L’ART</a:t>
            </a:r>
          </a:p>
        </p:txBody>
      </p:sp>
      <p:sp>
        <p:nvSpPr>
          <p:cNvPr id="23" name="L-Shape 22">
            <a:extLst>
              <a:ext uri="{FF2B5EF4-FFF2-40B4-BE49-F238E27FC236}">
                <a16:creationId xmlns:a16="http://schemas.microsoft.com/office/drawing/2014/main" id="{22F5C796-3BBB-4DEB-9A3A-A54F33A30DD9}"/>
              </a:ext>
            </a:extLst>
          </p:cNvPr>
          <p:cNvSpPr/>
          <p:nvPr/>
        </p:nvSpPr>
        <p:spPr>
          <a:xfrm rot="16200000">
            <a:off x="6152003" y="3295681"/>
            <a:ext cx="634117" cy="644250"/>
          </a:xfrm>
          <a:prstGeom prst="corner">
            <a:avLst/>
          </a:prstGeom>
          <a:solidFill>
            <a:srgbClr val="69A147"/>
          </a:solidFill>
          <a:ln>
            <a:solidFill>
              <a:srgbClr val="69A14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BAECD94-8C7B-4DC4-A883-47453843D028}"/>
              </a:ext>
            </a:extLst>
          </p:cNvPr>
          <p:cNvSpPr/>
          <p:nvPr/>
        </p:nvSpPr>
        <p:spPr>
          <a:xfrm>
            <a:off x="8772538" y="4749282"/>
            <a:ext cx="371462" cy="378619"/>
          </a:xfrm>
          <a:prstGeom prst="rect">
            <a:avLst/>
          </a:prstGeom>
          <a:solidFill>
            <a:srgbClr val="EF4641"/>
          </a:solidFill>
          <a:ln>
            <a:solidFill>
              <a:srgbClr val="EF46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4159665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down)">
                                      <p:cBhvr>
                                        <p:cTn id="7" dur="500"/>
                                        <p:tgtEl>
                                          <p:spTgt spid="22"/>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461"/>
                                        </p:tgtEl>
                                        <p:attrNameLst>
                                          <p:attrName>style.visibility</p:attrName>
                                        </p:attrNameLst>
                                      </p:cBhvr>
                                      <p:to>
                                        <p:strVal val="visible"/>
                                      </p:to>
                                    </p:set>
                                    <p:animEffect transition="in" filter="wipe(down)">
                                      <p:cBhvr>
                                        <p:cTn id="10" dur="500"/>
                                        <p:tgtEl>
                                          <p:spTgt spid="4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 grpId="0"/>
      <p:bldP spid="2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Rectangle 179">
            <a:extLst>
              <a:ext uri="{FF2B5EF4-FFF2-40B4-BE49-F238E27FC236}">
                <a16:creationId xmlns:a16="http://schemas.microsoft.com/office/drawing/2014/main" id="{11069782-32BB-422A-847C-84DC7EBBD744}"/>
              </a:ext>
            </a:extLst>
          </p:cNvPr>
          <p:cNvSpPr>
            <a:spLocks/>
          </p:cNvSpPr>
          <p:nvPr/>
        </p:nvSpPr>
        <p:spPr bwMode="auto">
          <a:xfrm>
            <a:off x="3385778" y="360925"/>
            <a:ext cx="237244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nchor="ctr">
            <a:spAutoFit/>
          </a:bodyPr>
          <a:lstStyle/>
          <a:p>
            <a:pPr algn="ctr"/>
            <a:r>
              <a:rPr lang="en-US" sz="20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rPr>
              <a:t>COMPUTER VISION</a:t>
            </a:r>
          </a:p>
        </p:txBody>
      </p:sp>
      <p:sp>
        <p:nvSpPr>
          <p:cNvPr id="181" name="Rectangle 1">
            <a:extLst>
              <a:ext uri="{FF2B5EF4-FFF2-40B4-BE49-F238E27FC236}">
                <a16:creationId xmlns:a16="http://schemas.microsoft.com/office/drawing/2014/main" id="{E48B9C84-1CD2-4D15-8F80-6B5F8B6A43D2}"/>
              </a:ext>
            </a:extLst>
          </p:cNvPr>
          <p:cNvSpPr>
            <a:spLocks/>
          </p:cNvSpPr>
          <p:nvPr/>
        </p:nvSpPr>
        <p:spPr bwMode="auto">
          <a:xfrm>
            <a:off x="2934658" y="161578"/>
            <a:ext cx="3274684"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fr-FR" sz="1050" spc="82" dirty="0">
                <a:solidFill>
                  <a:schemeClr val="bg1">
                    <a:lumMod val="50000"/>
                  </a:schemeClr>
                </a:solidFill>
                <a:latin typeface="Source Sans Pro" charset="0"/>
                <a:ea typeface="Source Sans Pro" charset="0"/>
                <a:cs typeface="Source Sans Pro" charset="0"/>
                <a:sym typeface="Bebas Neue" charset="0"/>
              </a:rPr>
              <a:t>ETAT DE L’ART</a:t>
            </a:r>
            <a:endParaRPr lang="en-US" sz="1050" spc="82" dirty="0">
              <a:solidFill>
                <a:schemeClr val="bg1">
                  <a:lumMod val="50000"/>
                </a:schemeClr>
              </a:solidFill>
              <a:latin typeface="Source Sans Pro" charset="0"/>
              <a:ea typeface="Source Sans Pro" charset="0"/>
              <a:cs typeface="Source Sans Pro" charset="0"/>
              <a:sym typeface="Bebas Neue" charset="0"/>
            </a:endParaRPr>
          </a:p>
        </p:txBody>
      </p:sp>
      <p:sp>
        <p:nvSpPr>
          <p:cNvPr id="186" name="L-Shape 185">
            <a:extLst>
              <a:ext uri="{FF2B5EF4-FFF2-40B4-BE49-F238E27FC236}">
                <a16:creationId xmlns:a16="http://schemas.microsoft.com/office/drawing/2014/main" id="{B48285AE-2E9F-47E4-ACC8-26DC03FB0C6F}"/>
              </a:ext>
            </a:extLst>
          </p:cNvPr>
          <p:cNvSpPr/>
          <p:nvPr/>
        </p:nvSpPr>
        <p:spPr>
          <a:xfrm rot="10800000">
            <a:off x="8509883" y="1560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AA9B"/>
              </a:solidFill>
            </a:endParaRPr>
          </a:p>
        </p:txBody>
      </p:sp>
      <p:sp>
        <p:nvSpPr>
          <p:cNvPr id="187" name="L-Shape 186">
            <a:extLst>
              <a:ext uri="{FF2B5EF4-FFF2-40B4-BE49-F238E27FC236}">
                <a16:creationId xmlns:a16="http://schemas.microsoft.com/office/drawing/2014/main" id="{A88D0EED-8B27-4F54-A0B7-C12AD99D3725}"/>
              </a:ext>
            </a:extLst>
          </p:cNvPr>
          <p:cNvSpPr/>
          <p:nvPr/>
        </p:nvSpPr>
        <p:spPr>
          <a:xfrm rot="10800000">
            <a:off x="8509883" y="444235"/>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Rectangle 71">
            <a:extLst>
              <a:ext uri="{FF2B5EF4-FFF2-40B4-BE49-F238E27FC236}">
                <a16:creationId xmlns:a16="http://schemas.microsoft.com/office/drawing/2014/main" id="{C88D4E6E-6DF8-4F3A-8523-ABD502F88036}"/>
              </a:ext>
            </a:extLst>
          </p:cNvPr>
          <p:cNvSpPr/>
          <p:nvPr/>
        </p:nvSpPr>
        <p:spPr>
          <a:xfrm>
            <a:off x="0" y="4780121"/>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AA9B"/>
              </a:solidFill>
            </a:endParaRPr>
          </a:p>
        </p:txBody>
      </p:sp>
      <p:sp>
        <p:nvSpPr>
          <p:cNvPr id="18" name="Rectangle 17">
            <a:extLst>
              <a:ext uri="{FF2B5EF4-FFF2-40B4-BE49-F238E27FC236}">
                <a16:creationId xmlns:a16="http://schemas.microsoft.com/office/drawing/2014/main" id="{11E77256-70DF-57EA-361E-3A715E8DD6DC}"/>
              </a:ext>
            </a:extLst>
          </p:cNvPr>
          <p:cNvSpPr/>
          <p:nvPr/>
        </p:nvSpPr>
        <p:spPr>
          <a:xfrm>
            <a:off x="8772538" y="4780120"/>
            <a:ext cx="371462" cy="378619"/>
          </a:xfrm>
          <a:prstGeom prst="rect">
            <a:avLst/>
          </a:prstGeom>
          <a:solidFill>
            <a:srgbClr val="EF4641"/>
          </a:solidFill>
          <a:ln>
            <a:solidFill>
              <a:srgbClr val="EF46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7">
            <a:extLst>
              <a:ext uri="{FF2B5EF4-FFF2-40B4-BE49-F238E27FC236}">
                <a16:creationId xmlns:a16="http://schemas.microsoft.com/office/drawing/2014/main" id="{C776B3E4-AD17-4441-6D70-D36567353EBA}"/>
              </a:ext>
            </a:extLst>
          </p:cNvPr>
          <p:cNvSpPr txBox="1"/>
          <p:nvPr/>
        </p:nvSpPr>
        <p:spPr>
          <a:xfrm>
            <a:off x="322125" y="4837434"/>
            <a:ext cx="387918" cy="263990"/>
          </a:xfrm>
          <a:prstGeom prst="rect">
            <a:avLst/>
          </a:prstGeom>
          <a:noFill/>
        </p:spPr>
        <p:txBody>
          <a:bodyPr wrap="square">
            <a:spAutoFit/>
          </a:bodyPr>
          <a:lstStyle/>
          <a:p>
            <a:pPr algn="r" rtl="0">
              <a:spcBef>
                <a:spcPts val="0"/>
              </a:spcBef>
              <a:spcAft>
                <a:spcPts val="0"/>
              </a:spcAft>
            </a:pPr>
            <a:r>
              <a:rPr lang="fr-FR" sz="900" b="1" dirty="0">
                <a:solidFill>
                  <a:srgbClr val="464646"/>
                </a:solidFill>
                <a:latin typeface="Calibri" panose="020F0502020204030204" pitchFamily="34" charset="0"/>
              </a:rPr>
              <a:t>16 </a:t>
            </a:r>
            <a:r>
              <a:rPr lang="fr-FR" sz="1100" b="1" dirty="0">
                <a:solidFill>
                  <a:srgbClr val="0F4C81"/>
                </a:solidFill>
              </a:rPr>
              <a:t>|</a:t>
            </a:r>
            <a:endParaRPr lang="en-US" sz="900" dirty="0"/>
          </a:p>
        </p:txBody>
      </p:sp>
      <p:pic>
        <p:nvPicPr>
          <p:cNvPr id="7" name="Picture 6" descr="A black and white image of a person's head&#10;&#10;Description automatically generated with low confidence">
            <a:extLst>
              <a:ext uri="{FF2B5EF4-FFF2-40B4-BE49-F238E27FC236}">
                <a16:creationId xmlns:a16="http://schemas.microsoft.com/office/drawing/2014/main" id="{FA7B53B4-83CE-CA86-A4C2-AA85430A39CA}"/>
              </a:ext>
            </a:extLst>
          </p:cNvPr>
          <p:cNvPicPr>
            <a:picLocks noChangeAspect="1"/>
          </p:cNvPicPr>
          <p:nvPr/>
        </p:nvPicPr>
        <p:blipFill>
          <a:blip r:embed="rId3"/>
          <a:stretch>
            <a:fillRect/>
          </a:stretch>
        </p:blipFill>
        <p:spPr>
          <a:xfrm>
            <a:off x="645622" y="1441973"/>
            <a:ext cx="1826546" cy="1826546"/>
          </a:xfrm>
          <a:prstGeom prst="rect">
            <a:avLst/>
          </a:prstGeom>
        </p:spPr>
      </p:pic>
      <p:pic>
        <p:nvPicPr>
          <p:cNvPr id="9" name="Picture 8" descr="A person with a face mask and a magnifying glass&#10;&#10;Description automatically generated with medium confidence">
            <a:extLst>
              <a:ext uri="{FF2B5EF4-FFF2-40B4-BE49-F238E27FC236}">
                <a16:creationId xmlns:a16="http://schemas.microsoft.com/office/drawing/2014/main" id="{E822419D-E7A7-0E5C-45D0-6FB6E9DD4DD1}"/>
              </a:ext>
            </a:extLst>
          </p:cNvPr>
          <p:cNvPicPr>
            <a:picLocks noChangeAspect="1"/>
          </p:cNvPicPr>
          <p:nvPr/>
        </p:nvPicPr>
        <p:blipFill>
          <a:blip r:embed="rId4"/>
          <a:stretch>
            <a:fillRect/>
          </a:stretch>
        </p:blipFill>
        <p:spPr>
          <a:xfrm>
            <a:off x="3689094" y="1441973"/>
            <a:ext cx="1943135" cy="1826547"/>
          </a:xfrm>
          <a:prstGeom prst="rect">
            <a:avLst/>
          </a:prstGeom>
        </p:spPr>
      </p:pic>
      <p:pic>
        <p:nvPicPr>
          <p:cNvPr id="11" name="Picture 10" descr="A picture containing sketch, text, circle, black&#10;&#10;Description automatically generated">
            <a:extLst>
              <a:ext uri="{FF2B5EF4-FFF2-40B4-BE49-F238E27FC236}">
                <a16:creationId xmlns:a16="http://schemas.microsoft.com/office/drawing/2014/main" id="{5B0922C6-7366-0DC1-6883-957D7EC2E9E4}"/>
              </a:ext>
            </a:extLst>
          </p:cNvPr>
          <p:cNvPicPr>
            <a:picLocks noChangeAspect="1"/>
          </p:cNvPicPr>
          <p:nvPr/>
        </p:nvPicPr>
        <p:blipFill>
          <a:blip r:embed="rId5"/>
          <a:stretch>
            <a:fillRect/>
          </a:stretch>
        </p:blipFill>
        <p:spPr>
          <a:xfrm>
            <a:off x="6562309" y="1304424"/>
            <a:ext cx="2148915" cy="2264109"/>
          </a:xfrm>
          <a:prstGeom prst="rect">
            <a:avLst/>
          </a:prstGeom>
        </p:spPr>
      </p:pic>
      <p:sp>
        <p:nvSpPr>
          <p:cNvPr id="12" name="ZoneTexte 8">
            <a:extLst>
              <a:ext uri="{FF2B5EF4-FFF2-40B4-BE49-F238E27FC236}">
                <a16:creationId xmlns:a16="http://schemas.microsoft.com/office/drawing/2014/main" id="{C639C8FF-C478-F399-ACDD-375C0B5708A6}"/>
              </a:ext>
            </a:extLst>
          </p:cNvPr>
          <p:cNvSpPr txBox="1"/>
          <p:nvPr/>
        </p:nvSpPr>
        <p:spPr>
          <a:xfrm>
            <a:off x="619277" y="3829814"/>
            <a:ext cx="2077741" cy="40011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000" b="1" dirty="0" err="1"/>
              <a:t>Détection</a:t>
            </a:r>
            <a:r>
              <a:rPr lang="en-US" sz="2000" b="1" dirty="0"/>
              <a:t> facial</a:t>
            </a:r>
            <a:endParaRPr lang="fr-TN" sz="2000" b="1" dirty="0"/>
          </a:p>
        </p:txBody>
      </p:sp>
      <p:sp>
        <p:nvSpPr>
          <p:cNvPr id="13" name="ZoneTexte 8">
            <a:extLst>
              <a:ext uri="{FF2B5EF4-FFF2-40B4-BE49-F238E27FC236}">
                <a16:creationId xmlns:a16="http://schemas.microsoft.com/office/drawing/2014/main" id="{C3EE7B8D-3F4D-E03E-D473-FED848D47B64}"/>
              </a:ext>
            </a:extLst>
          </p:cNvPr>
          <p:cNvSpPr txBox="1"/>
          <p:nvPr/>
        </p:nvSpPr>
        <p:spPr>
          <a:xfrm>
            <a:off x="3397171" y="3808191"/>
            <a:ext cx="2526980" cy="40011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000" b="1" dirty="0" err="1"/>
              <a:t>Analyse</a:t>
            </a:r>
            <a:r>
              <a:rPr lang="en-US" sz="2000" b="1" dirty="0"/>
              <a:t> Du Visage</a:t>
            </a:r>
            <a:endParaRPr lang="fr-TN" sz="2000" b="1" dirty="0"/>
          </a:p>
        </p:txBody>
      </p:sp>
      <p:sp>
        <p:nvSpPr>
          <p:cNvPr id="14" name="ZoneTexte 8">
            <a:extLst>
              <a:ext uri="{FF2B5EF4-FFF2-40B4-BE49-F238E27FC236}">
                <a16:creationId xmlns:a16="http://schemas.microsoft.com/office/drawing/2014/main" id="{0A27ADDE-F867-CE61-EBEA-0E47A8BB8789}"/>
              </a:ext>
            </a:extLst>
          </p:cNvPr>
          <p:cNvSpPr txBox="1"/>
          <p:nvPr/>
        </p:nvSpPr>
        <p:spPr>
          <a:xfrm>
            <a:off x="6585416" y="3808191"/>
            <a:ext cx="2241525" cy="707886"/>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000" b="1" dirty="0"/>
              <a:t>Reconnaissance </a:t>
            </a:r>
          </a:p>
          <a:p>
            <a:pPr algn="ctr"/>
            <a:r>
              <a:rPr lang="en-US" sz="2000" b="1" dirty="0"/>
              <a:t>de visage</a:t>
            </a:r>
            <a:endParaRPr lang="fr-TN" sz="2000" b="1" dirty="0"/>
          </a:p>
        </p:txBody>
      </p:sp>
      <p:sp>
        <p:nvSpPr>
          <p:cNvPr id="15" name="L-Shape 14">
            <a:extLst>
              <a:ext uri="{FF2B5EF4-FFF2-40B4-BE49-F238E27FC236}">
                <a16:creationId xmlns:a16="http://schemas.microsoft.com/office/drawing/2014/main" id="{DD3E740F-04B8-1DC8-CBB6-1715A60135E2}"/>
              </a:ext>
            </a:extLst>
          </p:cNvPr>
          <p:cNvSpPr/>
          <p:nvPr/>
        </p:nvSpPr>
        <p:spPr>
          <a:xfrm rot="5400000">
            <a:off x="5067" y="-5068"/>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L-Shape 16">
            <a:extLst>
              <a:ext uri="{FF2B5EF4-FFF2-40B4-BE49-F238E27FC236}">
                <a16:creationId xmlns:a16="http://schemas.microsoft.com/office/drawing/2014/main" id="{079CA940-8620-0AD4-D43A-5CFE80E557E6}"/>
              </a:ext>
            </a:extLst>
          </p:cNvPr>
          <p:cNvSpPr/>
          <p:nvPr/>
        </p:nvSpPr>
        <p:spPr>
          <a:xfrm rot="5400000">
            <a:off x="454977" y="443616"/>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0476597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 calcmode="lin" valueType="num">
                                      <p:cBhvr additive="base">
                                        <p:cTn id="21" dur="500" fill="hold"/>
                                        <p:tgtEl>
                                          <p:spTgt spid="13"/>
                                        </p:tgtEl>
                                        <p:attrNameLst>
                                          <p:attrName>ppt_x</p:attrName>
                                        </p:attrNameLst>
                                      </p:cBhvr>
                                      <p:tavLst>
                                        <p:tav tm="0">
                                          <p:val>
                                            <p:strVal val="#ppt_x"/>
                                          </p:val>
                                        </p:tav>
                                        <p:tav tm="100000">
                                          <p:val>
                                            <p:strVal val="#ppt_x"/>
                                          </p:val>
                                        </p:tav>
                                      </p:tavLst>
                                    </p:anim>
                                    <p:anim calcmode="lin" valueType="num">
                                      <p:cBhvr additive="base">
                                        <p:cTn id="2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ppt_x"/>
                                          </p:val>
                                        </p:tav>
                                        <p:tav tm="100000">
                                          <p:val>
                                            <p:strVal val="#ppt_x"/>
                                          </p:val>
                                        </p:tav>
                                      </p:tavLst>
                                    </p:anim>
                                    <p:anim calcmode="lin" valueType="num">
                                      <p:cBhvr additive="base">
                                        <p:cTn id="28" dur="500" fill="hold"/>
                                        <p:tgtEl>
                                          <p:spTgt spid="11"/>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ppt_x"/>
                                          </p:val>
                                        </p:tav>
                                        <p:tav tm="100000">
                                          <p:val>
                                            <p:strVal val="#ppt_x"/>
                                          </p:val>
                                        </p:tav>
                                      </p:tavLst>
                                    </p:anim>
                                    <p:anim calcmode="lin" valueType="num">
                                      <p:cBhvr additive="base">
                                        <p:cTn id="3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Shape 458"/>
        <p:cNvGrpSpPr/>
        <p:nvPr/>
      </p:nvGrpSpPr>
      <p:grpSpPr>
        <a:xfrm>
          <a:off x="0" y="0"/>
          <a:ext cx="0" cy="0"/>
          <a:chOff x="0" y="0"/>
          <a:chExt cx="0" cy="0"/>
        </a:xfrm>
      </p:grpSpPr>
      <p:sp>
        <p:nvSpPr>
          <p:cNvPr id="461" name="Google Shape;461;p45"/>
          <p:cNvSpPr txBox="1">
            <a:spLocks noGrp="1"/>
          </p:cNvSpPr>
          <p:nvPr>
            <p:ph type="title" idx="2"/>
          </p:nvPr>
        </p:nvSpPr>
        <p:spPr>
          <a:xfrm>
            <a:off x="316140" y="278679"/>
            <a:ext cx="3468900" cy="1104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04</a:t>
            </a:r>
            <a:endParaRPr dirty="0"/>
          </a:p>
        </p:txBody>
      </p:sp>
      <p:sp>
        <p:nvSpPr>
          <p:cNvPr id="12" name="Google Shape;223;p25">
            <a:extLst>
              <a:ext uri="{FF2B5EF4-FFF2-40B4-BE49-F238E27FC236}">
                <a16:creationId xmlns:a16="http://schemas.microsoft.com/office/drawing/2014/main" id="{761EE900-A22D-4716-BF38-953CFD9B9CD5}"/>
              </a:ext>
            </a:extLst>
          </p:cNvPr>
          <p:cNvSpPr/>
          <p:nvPr/>
        </p:nvSpPr>
        <p:spPr>
          <a:xfrm>
            <a:off x="6057998" y="776080"/>
            <a:ext cx="198000" cy="198000"/>
          </a:xfrm>
          <a:prstGeom prst="rect">
            <a:avLst/>
          </a:prstGeom>
          <a:solidFill>
            <a:srgbClr val="0F4C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F4C81"/>
              </a:solidFill>
            </a:endParaRPr>
          </a:p>
        </p:txBody>
      </p:sp>
      <p:sp>
        <p:nvSpPr>
          <p:cNvPr id="13" name="Google Shape;224;p25">
            <a:extLst>
              <a:ext uri="{FF2B5EF4-FFF2-40B4-BE49-F238E27FC236}">
                <a16:creationId xmlns:a16="http://schemas.microsoft.com/office/drawing/2014/main" id="{50C1535E-AF3C-4299-86E4-AFA8DCE3252A}"/>
              </a:ext>
            </a:extLst>
          </p:cNvPr>
          <p:cNvSpPr/>
          <p:nvPr/>
        </p:nvSpPr>
        <p:spPr>
          <a:xfrm>
            <a:off x="7030204" y="776080"/>
            <a:ext cx="198000" cy="198000"/>
          </a:xfrm>
          <a:prstGeom prst="rect">
            <a:avLst/>
          </a:prstGeom>
          <a:solidFill>
            <a:srgbClr val="98BE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AA9B"/>
              </a:solidFill>
            </a:endParaRPr>
          </a:p>
        </p:txBody>
      </p:sp>
      <p:sp>
        <p:nvSpPr>
          <p:cNvPr id="14" name="Google Shape;225;p25">
            <a:extLst>
              <a:ext uri="{FF2B5EF4-FFF2-40B4-BE49-F238E27FC236}">
                <a16:creationId xmlns:a16="http://schemas.microsoft.com/office/drawing/2014/main" id="{9C834A09-6607-4FAC-B901-DFF56A22AE84}"/>
              </a:ext>
            </a:extLst>
          </p:cNvPr>
          <p:cNvSpPr/>
          <p:nvPr/>
        </p:nvSpPr>
        <p:spPr>
          <a:xfrm>
            <a:off x="6710898" y="776080"/>
            <a:ext cx="198000" cy="198000"/>
          </a:xfrm>
          <a:prstGeom prst="rect">
            <a:avLst/>
          </a:prstGeom>
          <a:solidFill>
            <a:srgbClr val="EF46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24;p25">
            <a:extLst>
              <a:ext uri="{FF2B5EF4-FFF2-40B4-BE49-F238E27FC236}">
                <a16:creationId xmlns:a16="http://schemas.microsoft.com/office/drawing/2014/main" id="{4E934142-8163-49BB-B175-903FD8BB36A3}"/>
              </a:ext>
            </a:extLst>
          </p:cNvPr>
          <p:cNvSpPr/>
          <p:nvPr/>
        </p:nvSpPr>
        <p:spPr>
          <a:xfrm>
            <a:off x="6384448" y="776080"/>
            <a:ext cx="198000" cy="198000"/>
          </a:xfrm>
          <a:prstGeom prst="rect">
            <a:avLst/>
          </a:prstGeom>
          <a:solidFill>
            <a:srgbClr val="69A1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9A147"/>
              </a:solidFill>
            </a:endParaRPr>
          </a:p>
        </p:txBody>
      </p:sp>
      <p:sp>
        <p:nvSpPr>
          <p:cNvPr id="19" name="Rectangle 18">
            <a:extLst>
              <a:ext uri="{FF2B5EF4-FFF2-40B4-BE49-F238E27FC236}">
                <a16:creationId xmlns:a16="http://schemas.microsoft.com/office/drawing/2014/main" id="{96391A46-E587-4060-8C7F-A5331BC2C32B}"/>
              </a:ext>
            </a:extLst>
          </p:cNvPr>
          <p:cNvSpPr/>
          <p:nvPr/>
        </p:nvSpPr>
        <p:spPr>
          <a:xfrm>
            <a:off x="0" y="4764880"/>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11E4BA24-AA16-4EA5-8632-B938CA93A8C5}"/>
              </a:ext>
            </a:extLst>
          </p:cNvPr>
          <p:cNvSpPr txBox="1"/>
          <p:nvPr/>
        </p:nvSpPr>
        <p:spPr>
          <a:xfrm>
            <a:off x="316140" y="4864820"/>
            <a:ext cx="422769" cy="261609"/>
          </a:xfrm>
          <a:prstGeom prst="rect">
            <a:avLst/>
          </a:prstGeom>
          <a:noFill/>
        </p:spPr>
        <p:txBody>
          <a:bodyPr wrap="square">
            <a:spAutoFit/>
          </a:bodyPr>
          <a:lstStyle/>
          <a:p>
            <a:pPr algn="r"/>
            <a:r>
              <a:rPr lang="fr-FR" sz="900" b="1" dirty="0">
                <a:solidFill>
                  <a:srgbClr val="464646"/>
                </a:solidFill>
                <a:latin typeface="Calibri" panose="020F0502020204030204" pitchFamily="34" charset="0"/>
              </a:rPr>
              <a:t>17</a:t>
            </a:r>
            <a:r>
              <a:rPr lang="fr-FR" sz="1100" b="1" dirty="0">
                <a:solidFill>
                  <a:srgbClr val="0F4C81"/>
                </a:solidFill>
              </a:rPr>
              <a:t> |</a:t>
            </a:r>
            <a:endParaRPr lang="en-US" sz="900" dirty="0"/>
          </a:p>
        </p:txBody>
      </p:sp>
      <p:sp>
        <p:nvSpPr>
          <p:cNvPr id="17" name="L-Shape 16">
            <a:extLst>
              <a:ext uri="{FF2B5EF4-FFF2-40B4-BE49-F238E27FC236}">
                <a16:creationId xmlns:a16="http://schemas.microsoft.com/office/drawing/2014/main" id="{8BD42EDA-BABD-4FBF-8021-03D895FC8DC5}"/>
              </a:ext>
            </a:extLst>
          </p:cNvPr>
          <p:cNvSpPr/>
          <p:nvPr/>
        </p:nvSpPr>
        <p:spPr>
          <a:xfrm rot="10800000">
            <a:off x="8509883" y="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L-Shape 17">
            <a:extLst>
              <a:ext uri="{FF2B5EF4-FFF2-40B4-BE49-F238E27FC236}">
                <a16:creationId xmlns:a16="http://schemas.microsoft.com/office/drawing/2014/main" id="{8317E6B2-56A9-4D64-9470-C9C57F7D54FA}"/>
              </a:ext>
            </a:extLst>
          </p:cNvPr>
          <p:cNvSpPr/>
          <p:nvPr/>
        </p:nvSpPr>
        <p:spPr>
          <a:xfrm rot="10800000">
            <a:off x="8509883" y="444235"/>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L-Shape 20">
            <a:extLst>
              <a:ext uri="{FF2B5EF4-FFF2-40B4-BE49-F238E27FC236}">
                <a16:creationId xmlns:a16="http://schemas.microsoft.com/office/drawing/2014/main" id="{DE2A99EE-D5FD-4E1F-AD7F-8D74E850E5B5}"/>
              </a:ext>
            </a:extLst>
          </p:cNvPr>
          <p:cNvSpPr/>
          <p:nvPr/>
        </p:nvSpPr>
        <p:spPr>
          <a:xfrm rot="5400000">
            <a:off x="1575596" y="1578482"/>
            <a:ext cx="634117" cy="644250"/>
          </a:xfrm>
          <a:prstGeom prst="corner">
            <a:avLst/>
          </a:prstGeom>
          <a:solidFill>
            <a:srgbClr val="69A147"/>
          </a:solidFill>
          <a:ln>
            <a:solidFill>
              <a:srgbClr val="69A14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Google Shape;460;p45">
            <a:extLst>
              <a:ext uri="{FF2B5EF4-FFF2-40B4-BE49-F238E27FC236}">
                <a16:creationId xmlns:a16="http://schemas.microsoft.com/office/drawing/2014/main" id="{36327026-A591-405D-AAD5-016E25626807}"/>
              </a:ext>
            </a:extLst>
          </p:cNvPr>
          <p:cNvSpPr txBox="1">
            <a:spLocks/>
          </p:cNvSpPr>
          <p:nvPr/>
        </p:nvSpPr>
        <p:spPr>
          <a:xfrm>
            <a:off x="2214781" y="1900607"/>
            <a:ext cx="7080182" cy="17172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4200"/>
              <a:buFont typeface="Anton"/>
              <a:buNone/>
              <a:defRPr sz="4800" b="0" i="0" u="none" strike="noStrike" cap="none">
                <a:solidFill>
                  <a:schemeClr val="dk2"/>
                </a:solidFill>
                <a:latin typeface="Anton"/>
                <a:ea typeface="Anton"/>
                <a:cs typeface="Anton"/>
                <a:sym typeface="Anton"/>
              </a:defRPr>
            </a:lvl1pPr>
            <a:lvl2pPr marR="0" lvl="1"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2pPr>
            <a:lvl3pPr marR="0" lvl="2"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3pPr>
            <a:lvl4pPr marR="0" lvl="3"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4pPr>
            <a:lvl5pPr marR="0" lvl="4"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5pPr>
            <a:lvl6pPr marR="0" lvl="5"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6pPr>
            <a:lvl7pPr marR="0" lvl="6"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7pPr>
            <a:lvl8pPr marR="0" lvl="7"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8pPr>
            <a:lvl9pPr marR="0" lvl="8"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9pPr>
          </a:lstStyle>
          <a:p>
            <a:r>
              <a:rPr lang="en-US" dirty="0">
                <a:solidFill>
                  <a:schemeClr val="lt1"/>
                </a:solidFill>
              </a:rPr>
              <a:t>ETUDE</a:t>
            </a:r>
          </a:p>
          <a:p>
            <a:r>
              <a:rPr lang="en-US" dirty="0"/>
              <a:t>    TECHNOLOGIQUE</a:t>
            </a:r>
          </a:p>
        </p:txBody>
      </p:sp>
      <p:sp>
        <p:nvSpPr>
          <p:cNvPr id="23" name="L-Shape 22">
            <a:extLst>
              <a:ext uri="{FF2B5EF4-FFF2-40B4-BE49-F238E27FC236}">
                <a16:creationId xmlns:a16="http://schemas.microsoft.com/office/drawing/2014/main" id="{22F5C796-3BBB-4DEB-9A3A-A54F33A30DD9}"/>
              </a:ext>
            </a:extLst>
          </p:cNvPr>
          <p:cNvSpPr/>
          <p:nvPr/>
        </p:nvSpPr>
        <p:spPr>
          <a:xfrm rot="16200000">
            <a:off x="6152003" y="3295681"/>
            <a:ext cx="634117" cy="644250"/>
          </a:xfrm>
          <a:prstGeom prst="corner">
            <a:avLst/>
          </a:prstGeom>
          <a:solidFill>
            <a:srgbClr val="69A147"/>
          </a:solidFill>
          <a:ln>
            <a:solidFill>
              <a:srgbClr val="69A14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BAECD94-8C7B-4DC4-A883-47453843D028}"/>
              </a:ext>
            </a:extLst>
          </p:cNvPr>
          <p:cNvSpPr/>
          <p:nvPr/>
        </p:nvSpPr>
        <p:spPr>
          <a:xfrm>
            <a:off x="8772538" y="4749282"/>
            <a:ext cx="371462" cy="378619"/>
          </a:xfrm>
          <a:prstGeom prst="rect">
            <a:avLst/>
          </a:prstGeom>
          <a:solidFill>
            <a:srgbClr val="EF4641"/>
          </a:solidFill>
          <a:ln>
            <a:solidFill>
              <a:srgbClr val="EF46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8577920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61"/>
                                        </p:tgtEl>
                                        <p:attrNameLst>
                                          <p:attrName>style.visibility</p:attrName>
                                        </p:attrNameLst>
                                      </p:cBhvr>
                                      <p:to>
                                        <p:strVal val="visible"/>
                                      </p:to>
                                    </p:set>
                                    <p:anim calcmode="lin" valueType="num">
                                      <p:cBhvr additive="base">
                                        <p:cTn id="7" dur="500" fill="hold"/>
                                        <p:tgtEl>
                                          <p:spTgt spid="461"/>
                                        </p:tgtEl>
                                        <p:attrNameLst>
                                          <p:attrName>ppt_x</p:attrName>
                                        </p:attrNameLst>
                                      </p:cBhvr>
                                      <p:tavLst>
                                        <p:tav tm="0">
                                          <p:val>
                                            <p:strVal val="#ppt_x"/>
                                          </p:val>
                                        </p:tav>
                                        <p:tav tm="100000">
                                          <p:val>
                                            <p:strVal val="#ppt_x"/>
                                          </p:val>
                                        </p:tav>
                                      </p:tavLst>
                                    </p:anim>
                                    <p:anim calcmode="lin" valueType="num">
                                      <p:cBhvr additive="base">
                                        <p:cTn id="8" dur="500" fill="hold"/>
                                        <p:tgtEl>
                                          <p:spTgt spid="46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ppt_x"/>
                                          </p:val>
                                        </p:tav>
                                        <p:tav tm="100000">
                                          <p:val>
                                            <p:strVal val="#ppt_x"/>
                                          </p:val>
                                        </p:tav>
                                      </p:tavLst>
                                    </p:anim>
                                    <p:anim calcmode="lin" valueType="num">
                                      <p:cBhvr additive="base">
                                        <p:cTn id="1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 grpId="0"/>
      <p:bldP spid="2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Freeform: Shape 107">
            <a:extLst>
              <a:ext uri="{FF2B5EF4-FFF2-40B4-BE49-F238E27FC236}">
                <a16:creationId xmlns:a16="http://schemas.microsoft.com/office/drawing/2014/main" id="{747DDAD2-8A78-CD05-D841-40FC468D0865}"/>
              </a:ext>
            </a:extLst>
          </p:cNvPr>
          <p:cNvSpPr/>
          <p:nvPr/>
        </p:nvSpPr>
        <p:spPr>
          <a:xfrm rot="5400000">
            <a:off x="3149738" y="483778"/>
            <a:ext cx="986757" cy="1746466"/>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Freeform: Shape 107">
            <a:extLst>
              <a:ext uri="{FF2B5EF4-FFF2-40B4-BE49-F238E27FC236}">
                <a16:creationId xmlns:a16="http://schemas.microsoft.com/office/drawing/2014/main" id="{4143D9FE-143C-44DA-C006-7D81070389B8}"/>
              </a:ext>
            </a:extLst>
          </p:cNvPr>
          <p:cNvSpPr/>
          <p:nvPr/>
        </p:nvSpPr>
        <p:spPr>
          <a:xfrm rot="5400000">
            <a:off x="847845" y="475639"/>
            <a:ext cx="1000857" cy="182309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Freeform: Shape 107">
            <a:extLst>
              <a:ext uri="{FF2B5EF4-FFF2-40B4-BE49-F238E27FC236}">
                <a16:creationId xmlns:a16="http://schemas.microsoft.com/office/drawing/2014/main" id="{92298B62-D134-4EDB-DF7C-BC87FAF66CCD}"/>
              </a:ext>
            </a:extLst>
          </p:cNvPr>
          <p:cNvSpPr/>
          <p:nvPr/>
        </p:nvSpPr>
        <p:spPr>
          <a:xfrm rot="5400000">
            <a:off x="5341378" y="467410"/>
            <a:ext cx="1000857" cy="1740551"/>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Freeform: Shape 107">
            <a:extLst>
              <a:ext uri="{FF2B5EF4-FFF2-40B4-BE49-F238E27FC236}">
                <a16:creationId xmlns:a16="http://schemas.microsoft.com/office/drawing/2014/main" id="{23424540-4BC4-06E8-15A0-4F435464E3B1}"/>
              </a:ext>
            </a:extLst>
          </p:cNvPr>
          <p:cNvSpPr/>
          <p:nvPr/>
        </p:nvSpPr>
        <p:spPr>
          <a:xfrm rot="5400000">
            <a:off x="7412623" y="460763"/>
            <a:ext cx="1040131" cy="1755663"/>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4" name="Rectangle 153">
            <a:extLst>
              <a:ext uri="{FF2B5EF4-FFF2-40B4-BE49-F238E27FC236}">
                <a16:creationId xmlns:a16="http://schemas.microsoft.com/office/drawing/2014/main" id="{49E1CAB8-D818-4D33-BD93-8809DF697D15}"/>
              </a:ext>
            </a:extLst>
          </p:cNvPr>
          <p:cNvSpPr/>
          <p:nvPr/>
        </p:nvSpPr>
        <p:spPr>
          <a:xfrm>
            <a:off x="0" y="4764880"/>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TextBox 154">
            <a:extLst>
              <a:ext uri="{FF2B5EF4-FFF2-40B4-BE49-F238E27FC236}">
                <a16:creationId xmlns:a16="http://schemas.microsoft.com/office/drawing/2014/main" id="{5236CF60-F989-4132-866D-C1322556DE18}"/>
              </a:ext>
            </a:extLst>
          </p:cNvPr>
          <p:cNvSpPr txBox="1"/>
          <p:nvPr/>
        </p:nvSpPr>
        <p:spPr>
          <a:xfrm>
            <a:off x="-2585090" y="4861328"/>
            <a:ext cx="3333235" cy="261610"/>
          </a:xfrm>
          <a:prstGeom prst="rect">
            <a:avLst/>
          </a:prstGeom>
          <a:noFill/>
        </p:spPr>
        <p:txBody>
          <a:bodyPr wrap="square">
            <a:spAutoFit/>
          </a:bodyPr>
          <a:lstStyle/>
          <a:p>
            <a:pPr algn="r"/>
            <a:r>
              <a:rPr lang="fr-FR" sz="900" b="1" dirty="0">
                <a:solidFill>
                  <a:srgbClr val="464646"/>
                </a:solidFill>
                <a:latin typeface="Calibri" panose="020F0502020204030204" pitchFamily="34" charset="0"/>
              </a:rPr>
              <a:t>18</a:t>
            </a:r>
            <a:r>
              <a:rPr lang="fr-FR" sz="1100" b="1" dirty="0">
                <a:solidFill>
                  <a:srgbClr val="0F4C81"/>
                </a:solidFill>
              </a:rPr>
              <a:t> |</a:t>
            </a:r>
            <a:endParaRPr lang="en-US" sz="900" dirty="0"/>
          </a:p>
        </p:txBody>
      </p:sp>
      <p:sp>
        <p:nvSpPr>
          <p:cNvPr id="156" name="L-Shape 155">
            <a:extLst>
              <a:ext uri="{FF2B5EF4-FFF2-40B4-BE49-F238E27FC236}">
                <a16:creationId xmlns:a16="http://schemas.microsoft.com/office/drawing/2014/main" id="{10426048-F84E-4548-9DB4-E095DF1F61DC}"/>
              </a:ext>
            </a:extLst>
          </p:cNvPr>
          <p:cNvSpPr/>
          <p:nvPr/>
        </p:nvSpPr>
        <p:spPr>
          <a:xfrm rot="10800000">
            <a:off x="8509883" y="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L-Shape 156">
            <a:extLst>
              <a:ext uri="{FF2B5EF4-FFF2-40B4-BE49-F238E27FC236}">
                <a16:creationId xmlns:a16="http://schemas.microsoft.com/office/drawing/2014/main" id="{E9493255-665C-497F-9715-8F555FA1E550}"/>
              </a:ext>
            </a:extLst>
          </p:cNvPr>
          <p:cNvSpPr/>
          <p:nvPr/>
        </p:nvSpPr>
        <p:spPr>
          <a:xfrm rot="10800000">
            <a:off x="8509883" y="444235"/>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6" name="Rectangle 165">
            <a:extLst>
              <a:ext uri="{FF2B5EF4-FFF2-40B4-BE49-F238E27FC236}">
                <a16:creationId xmlns:a16="http://schemas.microsoft.com/office/drawing/2014/main" id="{08904EE8-5BB6-4C7F-A05E-FA59C33DF2DE}"/>
              </a:ext>
            </a:extLst>
          </p:cNvPr>
          <p:cNvSpPr/>
          <p:nvPr/>
        </p:nvSpPr>
        <p:spPr>
          <a:xfrm>
            <a:off x="8772538" y="4749282"/>
            <a:ext cx="371462" cy="378619"/>
          </a:xfrm>
          <a:prstGeom prst="rect">
            <a:avLst/>
          </a:prstGeom>
          <a:solidFill>
            <a:srgbClr val="EF4641"/>
          </a:solidFill>
          <a:ln>
            <a:solidFill>
              <a:srgbClr val="EF46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L-Shape 167">
            <a:extLst>
              <a:ext uri="{FF2B5EF4-FFF2-40B4-BE49-F238E27FC236}">
                <a16:creationId xmlns:a16="http://schemas.microsoft.com/office/drawing/2014/main" id="{3E36A20C-9F60-4A6B-BAAC-C0419724ACD2}"/>
              </a:ext>
            </a:extLst>
          </p:cNvPr>
          <p:cNvSpPr/>
          <p:nvPr/>
        </p:nvSpPr>
        <p:spPr>
          <a:xfrm rot="5400000">
            <a:off x="5067" y="-5068"/>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L-Shape 168">
            <a:extLst>
              <a:ext uri="{FF2B5EF4-FFF2-40B4-BE49-F238E27FC236}">
                <a16:creationId xmlns:a16="http://schemas.microsoft.com/office/drawing/2014/main" id="{F771CFA0-CB0D-4ED3-8107-4FB38D71D5C4}"/>
              </a:ext>
            </a:extLst>
          </p:cNvPr>
          <p:cNvSpPr/>
          <p:nvPr/>
        </p:nvSpPr>
        <p:spPr>
          <a:xfrm rot="5400000">
            <a:off x="454977" y="443616"/>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1" name="Rectangle 190">
            <a:extLst>
              <a:ext uri="{FF2B5EF4-FFF2-40B4-BE49-F238E27FC236}">
                <a16:creationId xmlns:a16="http://schemas.microsoft.com/office/drawing/2014/main" id="{055FBE7B-0D48-4595-BC68-62378F78D6A2}"/>
              </a:ext>
            </a:extLst>
          </p:cNvPr>
          <p:cNvSpPr>
            <a:spLocks/>
          </p:cNvSpPr>
          <p:nvPr/>
        </p:nvSpPr>
        <p:spPr bwMode="auto">
          <a:xfrm>
            <a:off x="2977680" y="158810"/>
            <a:ext cx="330218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nchor="ctr">
            <a:spAutoFit/>
          </a:bodyPr>
          <a:lstStyle/>
          <a:p>
            <a:pPr algn="ctr"/>
            <a:r>
              <a:rPr lang="en-US" sz="20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rPr>
              <a:t>CHOIX DES EQUIPEMENTS  </a:t>
            </a:r>
          </a:p>
        </p:txBody>
      </p:sp>
      <p:sp>
        <p:nvSpPr>
          <p:cNvPr id="19" name="Freeform: Shape 63">
            <a:extLst>
              <a:ext uri="{FF2B5EF4-FFF2-40B4-BE49-F238E27FC236}">
                <a16:creationId xmlns:a16="http://schemas.microsoft.com/office/drawing/2014/main" id="{46F9498E-74D1-24F8-31BA-09451FFF9312}"/>
              </a:ext>
            </a:extLst>
          </p:cNvPr>
          <p:cNvSpPr/>
          <p:nvPr/>
        </p:nvSpPr>
        <p:spPr>
          <a:xfrm flipV="1">
            <a:off x="444204" y="1527724"/>
            <a:ext cx="1823098" cy="2254951"/>
          </a:xfrm>
          <a:custGeom>
            <a:avLst/>
            <a:gdLst>
              <a:gd name="connsiteX0" fmla="*/ 0 w 1591582"/>
              <a:gd name="connsiteY0" fmla="*/ 3031986 h 3031986"/>
              <a:gd name="connsiteX1" fmla="*/ 357641 w 1591582"/>
              <a:gd name="connsiteY1" fmla="*/ 3031986 h 3031986"/>
              <a:gd name="connsiteX2" fmla="*/ 795791 w 1591582"/>
              <a:gd name="connsiteY2" fmla="*/ 2593836 h 3031986"/>
              <a:gd name="connsiteX3" fmla="*/ 1233941 w 1591582"/>
              <a:gd name="connsiteY3" fmla="*/ 3031986 h 3031986"/>
              <a:gd name="connsiteX4" fmla="*/ 1591582 w 1591582"/>
              <a:gd name="connsiteY4" fmla="*/ 3031986 h 3031986"/>
              <a:gd name="connsiteX5" fmla="*/ 1591582 w 1591582"/>
              <a:gd name="connsiteY5" fmla="*/ 314242 h 3031986"/>
              <a:gd name="connsiteX6" fmla="*/ 1277340 w 1591582"/>
              <a:gd name="connsiteY6" fmla="*/ 0 h 3031986"/>
              <a:gd name="connsiteX7" fmla="*/ 314242 w 1591582"/>
              <a:gd name="connsiteY7" fmla="*/ 0 h 3031986"/>
              <a:gd name="connsiteX8" fmla="*/ 0 w 1591582"/>
              <a:gd name="connsiteY8" fmla="*/ 314242 h 3031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1582" h="3031986">
                <a:moveTo>
                  <a:pt x="0" y="3031986"/>
                </a:moveTo>
                <a:lnTo>
                  <a:pt x="357641" y="3031986"/>
                </a:lnTo>
                <a:cubicBezTo>
                  <a:pt x="357641" y="2790002"/>
                  <a:pt x="553807" y="2593836"/>
                  <a:pt x="795791" y="2593836"/>
                </a:cubicBezTo>
                <a:cubicBezTo>
                  <a:pt x="1037775" y="2593836"/>
                  <a:pt x="1233941" y="2790002"/>
                  <a:pt x="1233941" y="3031986"/>
                </a:cubicBezTo>
                <a:lnTo>
                  <a:pt x="1591582" y="3031986"/>
                </a:lnTo>
                <a:lnTo>
                  <a:pt x="1591582" y="314242"/>
                </a:lnTo>
                <a:cubicBezTo>
                  <a:pt x="1591582" y="140691"/>
                  <a:pt x="1450891" y="0"/>
                  <a:pt x="1277340" y="0"/>
                </a:cubicBezTo>
                <a:lnTo>
                  <a:pt x="314242" y="0"/>
                </a:lnTo>
                <a:cubicBezTo>
                  <a:pt x="140691" y="0"/>
                  <a:pt x="0" y="140691"/>
                  <a:pt x="0" y="314242"/>
                </a:cubicBezTo>
                <a:close/>
              </a:path>
            </a:pathLst>
          </a:custGeom>
          <a:solidFill>
            <a:schemeClr val="tx1"/>
          </a:solidFill>
          <a:ln>
            <a:noFill/>
          </a:ln>
          <a:effectLst>
            <a:outerShdw blurRad="127000" sx="107000" sy="107000" algn="ctr"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64">
            <a:extLst>
              <a:ext uri="{FF2B5EF4-FFF2-40B4-BE49-F238E27FC236}">
                <a16:creationId xmlns:a16="http://schemas.microsoft.com/office/drawing/2014/main" id="{AEB91D79-F994-8C31-2800-29340DE2BCD4}"/>
              </a:ext>
            </a:extLst>
          </p:cNvPr>
          <p:cNvSpPr/>
          <p:nvPr/>
        </p:nvSpPr>
        <p:spPr>
          <a:xfrm flipV="1">
            <a:off x="2769884" y="1527396"/>
            <a:ext cx="1755664" cy="2254951"/>
          </a:xfrm>
          <a:custGeom>
            <a:avLst/>
            <a:gdLst>
              <a:gd name="connsiteX0" fmla="*/ 0 w 1591582"/>
              <a:gd name="connsiteY0" fmla="*/ 3031986 h 3031986"/>
              <a:gd name="connsiteX1" fmla="*/ 357641 w 1591582"/>
              <a:gd name="connsiteY1" fmla="*/ 3031986 h 3031986"/>
              <a:gd name="connsiteX2" fmla="*/ 795791 w 1591582"/>
              <a:gd name="connsiteY2" fmla="*/ 2593836 h 3031986"/>
              <a:gd name="connsiteX3" fmla="*/ 1233941 w 1591582"/>
              <a:gd name="connsiteY3" fmla="*/ 3031986 h 3031986"/>
              <a:gd name="connsiteX4" fmla="*/ 1591582 w 1591582"/>
              <a:gd name="connsiteY4" fmla="*/ 3031986 h 3031986"/>
              <a:gd name="connsiteX5" fmla="*/ 1591582 w 1591582"/>
              <a:gd name="connsiteY5" fmla="*/ 314242 h 3031986"/>
              <a:gd name="connsiteX6" fmla="*/ 1277340 w 1591582"/>
              <a:gd name="connsiteY6" fmla="*/ 0 h 3031986"/>
              <a:gd name="connsiteX7" fmla="*/ 314242 w 1591582"/>
              <a:gd name="connsiteY7" fmla="*/ 0 h 3031986"/>
              <a:gd name="connsiteX8" fmla="*/ 0 w 1591582"/>
              <a:gd name="connsiteY8" fmla="*/ 314242 h 3031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1582" h="3031986">
                <a:moveTo>
                  <a:pt x="0" y="3031986"/>
                </a:moveTo>
                <a:lnTo>
                  <a:pt x="357641" y="3031986"/>
                </a:lnTo>
                <a:cubicBezTo>
                  <a:pt x="357641" y="2790002"/>
                  <a:pt x="553807" y="2593836"/>
                  <a:pt x="795791" y="2593836"/>
                </a:cubicBezTo>
                <a:cubicBezTo>
                  <a:pt x="1037775" y="2593836"/>
                  <a:pt x="1233941" y="2790002"/>
                  <a:pt x="1233941" y="3031986"/>
                </a:cubicBezTo>
                <a:lnTo>
                  <a:pt x="1591582" y="3031986"/>
                </a:lnTo>
                <a:lnTo>
                  <a:pt x="1591582" y="314242"/>
                </a:lnTo>
                <a:cubicBezTo>
                  <a:pt x="1591582" y="140691"/>
                  <a:pt x="1450891" y="0"/>
                  <a:pt x="1277340" y="0"/>
                </a:cubicBezTo>
                <a:lnTo>
                  <a:pt x="314242" y="0"/>
                </a:lnTo>
                <a:cubicBezTo>
                  <a:pt x="140691" y="0"/>
                  <a:pt x="0" y="140691"/>
                  <a:pt x="0" y="314242"/>
                </a:cubicBezTo>
                <a:close/>
              </a:path>
            </a:pathLst>
          </a:custGeom>
          <a:solidFill>
            <a:schemeClr val="tx1"/>
          </a:solidFill>
          <a:ln>
            <a:noFill/>
          </a:ln>
          <a:effectLst>
            <a:outerShdw blurRad="127000" sx="107000" sy="107000" algn="ctr"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64">
            <a:extLst>
              <a:ext uri="{FF2B5EF4-FFF2-40B4-BE49-F238E27FC236}">
                <a16:creationId xmlns:a16="http://schemas.microsoft.com/office/drawing/2014/main" id="{D77E581E-4EF3-7542-4C5B-50CAFA660BEB}"/>
              </a:ext>
            </a:extLst>
          </p:cNvPr>
          <p:cNvSpPr/>
          <p:nvPr/>
        </p:nvSpPr>
        <p:spPr>
          <a:xfrm flipV="1">
            <a:off x="4963793" y="1508914"/>
            <a:ext cx="1755664" cy="2254951"/>
          </a:xfrm>
          <a:custGeom>
            <a:avLst/>
            <a:gdLst>
              <a:gd name="connsiteX0" fmla="*/ 0 w 1591582"/>
              <a:gd name="connsiteY0" fmla="*/ 3031986 h 3031986"/>
              <a:gd name="connsiteX1" fmla="*/ 357641 w 1591582"/>
              <a:gd name="connsiteY1" fmla="*/ 3031986 h 3031986"/>
              <a:gd name="connsiteX2" fmla="*/ 795791 w 1591582"/>
              <a:gd name="connsiteY2" fmla="*/ 2593836 h 3031986"/>
              <a:gd name="connsiteX3" fmla="*/ 1233941 w 1591582"/>
              <a:gd name="connsiteY3" fmla="*/ 3031986 h 3031986"/>
              <a:gd name="connsiteX4" fmla="*/ 1591582 w 1591582"/>
              <a:gd name="connsiteY4" fmla="*/ 3031986 h 3031986"/>
              <a:gd name="connsiteX5" fmla="*/ 1591582 w 1591582"/>
              <a:gd name="connsiteY5" fmla="*/ 314242 h 3031986"/>
              <a:gd name="connsiteX6" fmla="*/ 1277340 w 1591582"/>
              <a:gd name="connsiteY6" fmla="*/ 0 h 3031986"/>
              <a:gd name="connsiteX7" fmla="*/ 314242 w 1591582"/>
              <a:gd name="connsiteY7" fmla="*/ 0 h 3031986"/>
              <a:gd name="connsiteX8" fmla="*/ 0 w 1591582"/>
              <a:gd name="connsiteY8" fmla="*/ 314242 h 3031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1582" h="3031986">
                <a:moveTo>
                  <a:pt x="0" y="3031986"/>
                </a:moveTo>
                <a:lnTo>
                  <a:pt x="357641" y="3031986"/>
                </a:lnTo>
                <a:cubicBezTo>
                  <a:pt x="357641" y="2790002"/>
                  <a:pt x="553807" y="2593836"/>
                  <a:pt x="795791" y="2593836"/>
                </a:cubicBezTo>
                <a:cubicBezTo>
                  <a:pt x="1037775" y="2593836"/>
                  <a:pt x="1233941" y="2790002"/>
                  <a:pt x="1233941" y="3031986"/>
                </a:cubicBezTo>
                <a:lnTo>
                  <a:pt x="1591582" y="3031986"/>
                </a:lnTo>
                <a:lnTo>
                  <a:pt x="1591582" y="314242"/>
                </a:lnTo>
                <a:cubicBezTo>
                  <a:pt x="1591582" y="140691"/>
                  <a:pt x="1450891" y="0"/>
                  <a:pt x="1277340" y="0"/>
                </a:cubicBezTo>
                <a:lnTo>
                  <a:pt x="314242" y="0"/>
                </a:lnTo>
                <a:cubicBezTo>
                  <a:pt x="140691" y="0"/>
                  <a:pt x="0" y="140691"/>
                  <a:pt x="0" y="314242"/>
                </a:cubicBezTo>
                <a:close/>
              </a:path>
            </a:pathLst>
          </a:custGeom>
          <a:solidFill>
            <a:schemeClr val="tx1"/>
          </a:solidFill>
          <a:ln>
            <a:noFill/>
          </a:ln>
          <a:effectLst>
            <a:outerShdw blurRad="127000" sx="107000" sy="107000" algn="ctr"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64">
            <a:extLst>
              <a:ext uri="{FF2B5EF4-FFF2-40B4-BE49-F238E27FC236}">
                <a16:creationId xmlns:a16="http://schemas.microsoft.com/office/drawing/2014/main" id="{FD28B51E-502D-ABC1-8BC0-9F297AA6FE7D}"/>
              </a:ext>
            </a:extLst>
          </p:cNvPr>
          <p:cNvSpPr/>
          <p:nvPr/>
        </p:nvSpPr>
        <p:spPr>
          <a:xfrm flipV="1">
            <a:off x="7065662" y="1499357"/>
            <a:ext cx="1755664" cy="2254951"/>
          </a:xfrm>
          <a:custGeom>
            <a:avLst/>
            <a:gdLst>
              <a:gd name="connsiteX0" fmla="*/ 0 w 1591582"/>
              <a:gd name="connsiteY0" fmla="*/ 3031986 h 3031986"/>
              <a:gd name="connsiteX1" fmla="*/ 357641 w 1591582"/>
              <a:gd name="connsiteY1" fmla="*/ 3031986 h 3031986"/>
              <a:gd name="connsiteX2" fmla="*/ 795791 w 1591582"/>
              <a:gd name="connsiteY2" fmla="*/ 2593836 h 3031986"/>
              <a:gd name="connsiteX3" fmla="*/ 1233941 w 1591582"/>
              <a:gd name="connsiteY3" fmla="*/ 3031986 h 3031986"/>
              <a:gd name="connsiteX4" fmla="*/ 1591582 w 1591582"/>
              <a:gd name="connsiteY4" fmla="*/ 3031986 h 3031986"/>
              <a:gd name="connsiteX5" fmla="*/ 1591582 w 1591582"/>
              <a:gd name="connsiteY5" fmla="*/ 314242 h 3031986"/>
              <a:gd name="connsiteX6" fmla="*/ 1277340 w 1591582"/>
              <a:gd name="connsiteY6" fmla="*/ 0 h 3031986"/>
              <a:gd name="connsiteX7" fmla="*/ 314242 w 1591582"/>
              <a:gd name="connsiteY7" fmla="*/ 0 h 3031986"/>
              <a:gd name="connsiteX8" fmla="*/ 0 w 1591582"/>
              <a:gd name="connsiteY8" fmla="*/ 314242 h 3031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1582" h="3031986">
                <a:moveTo>
                  <a:pt x="0" y="3031986"/>
                </a:moveTo>
                <a:lnTo>
                  <a:pt x="357641" y="3031986"/>
                </a:lnTo>
                <a:cubicBezTo>
                  <a:pt x="357641" y="2790002"/>
                  <a:pt x="553807" y="2593836"/>
                  <a:pt x="795791" y="2593836"/>
                </a:cubicBezTo>
                <a:cubicBezTo>
                  <a:pt x="1037775" y="2593836"/>
                  <a:pt x="1233941" y="2790002"/>
                  <a:pt x="1233941" y="3031986"/>
                </a:cubicBezTo>
                <a:lnTo>
                  <a:pt x="1591582" y="3031986"/>
                </a:lnTo>
                <a:lnTo>
                  <a:pt x="1591582" y="314242"/>
                </a:lnTo>
                <a:cubicBezTo>
                  <a:pt x="1591582" y="140691"/>
                  <a:pt x="1450891" y="0"/>
                  <a:pt x="1277340" y="0"/>
                </a:cubicBezTo>
                <a:lnTo>
                  <a:pt x="314242" y="0"/>
                </a:lnTo>
                <a:cubicBezTo>
                  <a:pt x="140691" y="0"/>
                  <a:pt x="0" y="140691"/>
                  <a:pt x="0" y="314242"/>
                </a:cubicBezTo>
                <a:close/>
              </a:path>
            </a:pathLst>
          </a:custGeom>
          <a:solidFill>
            <a:schemeClr val="tx1"/>
          </a:solidFill>
          <a:ln>
            <a:noFill/>
          </a:ln>
          <a:effectLst>
            <a:outerShdw blurRad="127000" sx="107000" sy="107000" algn="ctr"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3" name="ZoneTexte 52">
            <a:extLst>
              <a:ext uri="{FF2B5EF4-FFF2-40B4-BE49-F238E27FC236}">
                <a16:creationId xmlns:a16="http://schemas.microsoft.com/office/drawing/2014/main" id="{EAD313C2-D6B2-F8BB-AC67-31CA74CBB809}"/>
              </a:ext>
            </a:extLst>
          </p:cNvPr>
          <p:cNvSpPr txBox="1"/>
          <p:nvPr/>
        </p:nvSpPr>
        <p:spPr>
          <a:xfrm>
            <a:off x="515069" y="1052424"/>
            <a:ext cx="1666407" cy="523220"/>
          </a:xfrm>
          <a:prstGeom prst="rect">
            <a:avLst/>
          </a:prstGeom>
          <a:noFill/>
        </p:spPr>
        <p:txBody>
          <a:bodyPr wrap="square">
            <a:spAutoFit/>
          </a:bodyPr>
          <a:lstStyle/>
          <a:p>
            <a:pPr algn="ctr"/>
            <a:r>
              <a:rPr lang="fr-FR" b="1" dirty="0" err="1"/>
              <a:t>Jetson</a:t>
            </a:r>
            <a:r>
              <a:rPr lang="fr-FR" b="1" dirty="0"/>
              <a:t> Nano </a:t>
            </a:r>
          </a:p>
          <a:p>
            <a:pPr algn="ctr"/>
            <a:r>
              <a:rPr lang="fr-FR" b="1" dirty="0"/>
              <a:t>4GB</a:t>
            </a:r>
          </a:p>
        </p:txBody>
      </p:sp>
      <p:sp>
        <p:nvSpPr>
          <p:cNvPr id="57" name="ZoneTexte 56">
            <a:extLst>
              <a:ext uri="{FF2B5EF4-FFF2-40B4-BE49-F238E27FC236}">
                <a16:creationId xmlns:a16="http://schemas.microsoft.com/office/drawing/2014/main" id="{977955F8-D4CB-C880-AAFB-7CF01EF94EB4}"/>
              </a:ext>
            </a:extLst>
          </p:cNvPr>
          <p:cNvSpPr txBox="1"/>
          <p:nvPr/>
        </p:nvSpPr>
        <p:spPr>
          <a:xfrm>
            <a:off x="5320145" y="1119997"/>
            <a:ext cx="1160458" cy="307777"/>
          </a:xfrm>
          <a:prstGeom prst="rect">
            <a:avLst/>
          </a:prstGeom>
          <a:noFill/>
        </p:spPr>
        <p:txBody>
          <a:bodyPr wrap="square">
            <a:spAutoFit/>
          </a:bodyPr>
          <a:lstStyle/>
          <a:p>
            <a:r>
              <a:rPr lang="en-US" sz="1400" b="1" spc="82" dirty="0">
                <a:solidFill>
                  <a:schemeClr val="bg1">
                    <a:lumMod val="50000"/>
                  </a:schemeClr>
                </a:solidFill>
                <a:latin typeface="Source Sans Pro" charset="0"/>
                <a:ea typeface="Source Sans Pro" charset="0"/>
                <a:cs typeface="Source Sans Pro" charset="0"/>
                <a:sym typeface="Bebas Neue" charset="0"/>
              </a:rPr>
              <a:t>PI Camera</a:t>
            </a:r>
            <a:endParaRPr lang="fr-FR" dirty="0"/>
          </a:p>
        </p:txBody>
      </p:sp>
      <p:sp>
        <p:nvSpPr>
          <p:cNvPr id="59" name="ZoneTexte 58">
            <a:extLst>
              <a:ext uri="{FF2B5EF4-FFF2-40B4-BE49-F238E27FC236}">
                <a16:creationId xmlns:a16="http://schemas.microsoft.com/office/drawing/2014/main" id="{3AE10235-5D46-C38D-C1A6-FBE61DBC9D2A}"/>
              </a:ext>
            </a:extLst>
          </p:cNvPr>
          <p:cNvSpPr txBox="1"/>
          <p:nvPr/>
        </p:nvSpPr>
        <p:spPr>
          <a:xfrm>
            <a:off x="7438766" y="999407"/>
            <a:ext cx="1009455" cy="523220"/>
          </a:xfrm>
          <a:prstGeom prst="rect">
            <a:avLst/>
          </a:prstGeom>
          <a:noFill/>
        </p:spPr>
        <p:txBody>
          <a:bodyPr wrap="square">
            <a:spAutoFit/>
          </a:bodyPr>
          <a:lstStyle/>
          <a:p>
            <a:pPr lvl="1" algn="ctr"/>
            <a:r>
              <a:rPr lang="en-US" b="1" spc="82" dirty="0">
                <a:solidFill>
                  <a:schemeClr val="bg1">
                    <a:lumMod val="50000"/>
                  </a:schemeClr>
                </a:solidFill>
                <a:latin typeface="Source Sans Pro" charset="0"/>
                <a:ea typeface="Source Sans Pro" charset="0"/>
                <a:cs typeface="Source Sans Pro" charset="0"/>
                <a:sym typeface="Bebas Neue" charset="0"/>
              </a:rPr>
              <a:t>Intel AC8265</a:t>
            </a:r>
            <a:endParaRPr lang="fr-FR" dirty="0"/>
          </a:p>
        </p:txBody>
      </p:sp>
      <p:pic>
        <p:nvPicPr>
          <p:cNvPr id="4" name="Picture 3" descr="A close-up of a computer chip&#10;&#10;Description automatically generated with medium confidence">
            <a:extLst>
              <a:ext uri="{FF2B5EF4-FFF2-40B4-BE49-F238E27FC236}">
                <a16:creationId xmlns:a16="http://schemas.microsoft.com/office/drawing/2014/main" id="{72440FAE-F299-457F-1D74-A5AD15075E00}"/>
              </a:ext>
            </a:extLst>
          </p:cNvPr>
          <p:cNvPicPr>
            <a:picLocks noChangeAspect="1"/>
          </p:cNvPicPr>
          <p:nvPr/>
        </p:nvPicPr>
        <p:blipFill>
          <a:blip r:embed="rId3"/>
          <a:stretch>
            <a:fillRect/>
          </a:stretch>
        </p:blipFill>
        <p:spPr>
          <a:xfrm rot="10800000">
            <a:off x="436723" y="1825610"/>
            <a:ext cx="1922909" cy="1844225"/>
          </a:xfrm>
          <a:prstGeom prst="rect">
            <a:avLst/>
          </a:prstGeom>
        </p:spPr>
      </p:pic>
      <p:sp>
        <p:nvSpPr>
          <p:cNvPr id="5" name="ZoneTexte 52">
            <a:extLst>
              <a:ext uri="{FF2B5EF4-FFF2-40B4-BE49-F238E27FC236}">
                <a16:creationId xmlns:a16="http://schemas.microsoft.com/office/drawing/2014/main" id="{2DD5ED79-CE55-E602-F4E5-7E67B18144E0}"/>
              </a:ext>
            </a:extLst>
          </p:cNvPr>
          <p:cNvSpPr txBox="1"/>
          <p:nvPr/>
        </p:nvSpPr>
        <p:spPr>
          <a:xfrm>
            <a:off x="2819067" y="1077330"/>
            <a:ext cx="1666407" cy="523220"/>
          </a:xfrm>
          <a:prstGeom prst="rect">
            <a:avLst/>
          </a:prstGeom>
          <a:noFill/>
        </p:spPr>
        <p:txBody>
          <a:bodyPr wrap="square">
            <a:spAutoFit/>
          </a:bodyPr>
          <a:lstStyle/>
          <a:p>
            <a:pPr algn="ctr"/>
            <a:r>
              <a:rPr lang="fr-FR" b="1" dirty="0"/>
              <a:t>Carte Porteuse</a:t>
            </a:r>
          </a:p>
          <a:p>
            <a:pPr algn="ctr"/>
            <a:r>
              <a:rPr lang="fr-FR" b="1" dirty="0" err="1"/>
              <a:t>Seeed</a:t>
            </a:r>
            <a:r>
              <a:rPr lang="fr-FR" b="1" dirty="0"/>
              <a:t> A203</a:t>
            </a:r>
          </a:p>
        </p:txBody>
      </p:sp>
      <p:pic>
        <p:nvPicPr>
          <p:cNvPr id="10" name="Picture 9">
            <a:extLst>
              <a:ext uri="{FF2B5EF4-FFF2-40B4-BE49-F238E27FC236}">
                <a16:creationId xmlns:a16="http://schemas.microsoft.com/office/drawing/2014/main" id="{3F96E285-EBDF-56FE-9A81-D0A2F2E2779E}"/>
              </a:ext>
            </a:extLst>
          </p:cNvPr>
          <p:cNvPicPr>
            <a:picLocks noChangeAspect="1"/>
          </p:cNvPicPr>
          <p:nvPr/>
        </p:nvPicPr>
        <p:blipFill>
          <a:blip r:embed="rId4"/>
          <a:stretch>
            <a:fillRect/>
          </a:stretch>
        </p:blipFill>
        <p:spPr>
          <a:xfrm rot="5400000">
            <a:off x="2774142" y="1805432"/>
            <a:ext cx="1766293" cy="1866020"/>
          </a:xfrm>
          <a:prstGeom prst="rect">
            <a:avLst/>
          </a:prstGeom>
        </p:spPr>
      </p:pic>
      <p:pic>
        <p:nvPicPr>
          <p:cNvPr id="12" name="Picture 11" descr="A picture containing text&#10;&#10;Description automatically generated">
            <a:extLst>
              <a:ext uri="{FF2B5EF4-FFF2-40B4-BE49-F238E27FC236}">
                <a16:creationId xmlns:a16="http://schemas.microsoft.com/office/drawing/2014/main" id="{CDC1963A-B28C-CAA0-0282-AD12A2F71054}"/>
              </a:ext>
            </a:extLst>
          </p:cNvPr>
          <p:cNvPicPr>
            <a:picLocks noChangeAspect="1"/>
          </p:cNvPicPr>
          <p:nvPr/>
        </p:nvPicPr>
        <p:blipFill>
          <a:blip r:embed="rId5"/>
          <a:stretch>
            <a:fillRect/>
          </a:stretch>
        </p:blipFill>
        <p:spPr>
          <a:xfrm rot="10011492">
            <a:off x="5151293" y="2010619"/>
            <a:ext cx="1451696" cy="1501958"/>
          </a:xfrm>
          <a:prstGeom prst="rect">
            <a:avLst/>
          </a:prstGeom>
        </p:spPr>
      </p:pic>
      <p:pic>
        <p:nvPicPr>
          <p:cNvPr id="14" name="Picture 13" descr="A close-up of a circuit board&#10;&#10;Description automatically generated with low confidence">
            <a:extLst>
              <a:ext uri="{FF2B5EF4-FFF2-40B4-BE49-F238E27FC236}">
                <a16:creationId xmlns:a16="http://schemas.microsoft.com/office/drawing/2014/main" id="{282CFEE6-0B2B-B7E0-0508-752617452198}"/>
              </a:ext>
            </a:extLst>
          </p:cNvPr>
          <p:cNvPicPr>
            <a:picLocks noChangeAspect="1"/>
          </p:cNvPicPr>
          <p:nvPr/>
        </p:nvPicPr>
        <p:blipFill>
          <a:blip r:embed="rId6"/>
          <a:stretch>
            <a:fillRect/>
          </a:stretch>
        </p:blipFill>
        <p:spPr>
          <a:xfrm>
            <a:off x="7271248" y="1838114"/>
            <a:ext cx="1322879" cy="1797454"/>
          </a:xfrm>
          <a:prstGeom prst="rect">
            <a:avLst/>
          </a:prstGeom>
        </p:spPr>
      </p:pic>
      <p:sp>
        <p:nvSpPr>
          <p:cNvPr id="15" name="Rectangle 1">
            <a:extLst>
              <a:ext uri="{FF2B5EF4-FFF2-40B4-BE49-F238E27FC236}">
                <a16:creationId xmlns:a16="http://schemas.microsoft.com/office/drawing/2014/main" id="{50CF2925-BAF9-BF17-E772-3178CDE26135}"/>
              </a:ext>
            </a:extLst>
          </p:cNvPr>
          <p:cNvSpPr>
            <a:spLocks/>
          </p:cNvSpPr>
          <p:nvPr/>
        </p:nvSpPr>
        <p:spPr bwMode="auto">
          <a:xfrm>
            <a:off x="2971963" y="46398"/>
            <a:ext cx="3274684"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fr-FR" sz="1050" spc="82" dirty="0">
                <a:solidFill>
                  <a:schemeClr val="bg1">
                    <a:lumMod val="50000"/>
                  </a:schemeClr>
                </a:solidFill>
                <a:latin typeface="Source Sans Pro" charset="0"/>
                <a:ea typeface="Source Sans Pro" charset="0"/>
                <a:cs typeface="Source Sans Pro" charset="0"/>
                <a:sym typeface="Bebas Neue" charset="0"/>
              </a:rPr>
              <a:t>ETUDE TECHNOLOGIQUE</a:t>
            </a:r>
            <a:endParaRPr lang="en-US" sz="1050" spc="82" dirty="0">
              <a:solidFill>
                <a:schemeClr val="bg1">
                  <a:lumMod val="50000"/>
                </a:schemeClr>
              </a:solidFill>
              <a:latin typeface="Source Sans Pro" charset="0"/>
              <a:ea typeface="Source Sans Pro" charset="0"/>
              <a:cs typeface="Source Sans Pro" charset="0"/>
              <a:sym typeface="Bebas Neue" charset="0"/>
            </a:endParaRPr>
          </a:p>
        </p:txBody>
      </p:sp>
    </p:spTree>
    <p:extLst>
      <p:ext uri="{BB962C8B-B14F-4D97-AF65-F5344CB8AC3E}">
        <p14:creationId xmlns:p14="http://schemas.microsoft.com/office/powerpoint/2010/main" val="303790422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500" fill="hold"/>
                                        <p:tgtEl>
                                          <p:spTgt spid="37"/>
                                        </p:tgtEl>
                                        <p:attrNameLst>
                                          <p:attrName>ppt_x</p:attrName>
                                        </p:attrNameLst>
                                      </p:cBhvr>
                                      <p:tavLst>
                                        <p:tav tm="0">
                                          <p:val>
                                            <p:strVal val="#ppt_x"/>
                                          </p:val>
                                        </p:tav>
                                        <p:tav tm="100000">
                                          <p:val>
                                            <p:strVal val="#ppt_x"/>
                                          </p:val>
                                        </p:tav>
                                      </p:tavLst>
                                    </p:anim>
                                    <p:anim calcmode="lin" valueType="num">
                                      <p:cBhvr additive="base">
                                        <p:cTn id="8" dur="500" fill="hold"/>
                                        <p:tgtEl>
                                          <p:spTgt spid="3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ppt_x"/>
                                          </p:val>
                                        </p:tav>
                                        <p:tav tm="100000">
                                          <p:val>
                                            <p:strVal val="#ppt_x"/>
                                          </p:val>
                                        </p:tav>
                                      </p:tavLst>
                                    </p:anim>
                                    <p:anim calcmode="lin" valueType="num">
                                      <p:cBhvr additive="base">
                                        <p:cTn id="12" dur="500" fill="hold"/>
                                        <p:tgtEl>
                                          <p:spTgt spid="1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3"/>
                                        </p:tgtEl>
                                        <p:attrNameLst>
                                          <p:attrName>style.visibility</p:attrName>
                                        </p:attrNameLst>
                                      </p:cBhvr>
                                      <p:to>
                                        <p:strVal val="visible"/>
                                      </p:to>
                                    </p:set>
                                    <p:anim calcmode="lin" valueType="num">
                                      <p:cBhvr additive="base">
                                        <p:cTn id="15" dur="500" fill="hold"/>
                                        <p:tgtEl>
                                          <p:spTgt spid="53"/>
                                        </p:tgtEl>
                                        <p:attrNameLst>
                                          <p:attrName>ppt_x</p:attrName>
                                        </p:attrNameLst>
                                      </p:cBhvr>
                                      <p:tavLst>
                                        <p:tav tm="0">
                                          <p:val>
                                            <p:strVal val="#ppt_x"/>
                                          </p:val>
                                        </p:tav>
                                        <p:tav tm="100000">
                                          <p:val>
                                            <p:strVal val="#ppt_x"/>
                                          </p:val>
                                        </p:tav>
                                      </p:tavLst>
                                    </p:anim>
                                    <p:anim calcmode="lin" valueType="num">
                                      <p:cBhvr additive="base">
                                        <p:cTn id="16" dur="500" fill="hold"/>
                                        <p:tgtEl>
                                          <p:spTgt spid="53"/>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6"/>
                                        </p:tgtEl>
                                        <p:attrNameLst>
                                          <p:attrName>style.visibility</p:attrName>
                                        </p:attrNameLst>
                                      </p:cBhvr>
                                      <p:to>
                                        <p:strVal val="visible"/>
                                      </p:to>
                                    </p:set>
                                    <p:anim calcmode="lin" valueType="num">
                                      <p:cBhvr additive="base">
                                        <p:cTn id="25" dur="500" fill="hold"/>
                                        <p:tgtEl>
                                          <p:spTgt spid="36"/>
                                        </p:tgtEl>
                                        <p:attrNameLst>
                                          <p:attrName>ppt_x</p:attrName>
                                        </p:attrNameLst>
                                      </p:cBhvr>
                                      <p:tavLst>
                                        <p:tav tm="0">
                                          <p:val>
                                            <p:strVal val="#ppt_x"/>
                                          </p:val>
                                        </p:tav>
                                        <p:tav tm="100000">
                                          <p:val>
                                            <p:strVal val="#ppt_x"/>
                                          </p:val>
                                        </p:tav>
                                      </p:tavLst>
                                    </p:anim>
                                    <p:anim calcmode="lin" valueType="num">
                                      <p:cBhvr additive="base">
                                        <p:cTn id="26" dur="500" fill="hold"/>
                                        <p:tgtEl>
                                          <p:spTgt spid="36"/>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anim calcmode="lin" valueType="num">
                                      <p:cBhvr additive="base">
                                        <p:cTn id="29" dur="500" fill="hold"/>
                                        <p:tgtEl>
                                          <p:spTgt spid="20"/>
                                        </p:tgtEl>
                                        <p:attrNameLst>
                                          <p:attrName>ppt_x</p:attrName>
                                        </p:attrNameLst>
                                      </p:cBhvr>
                                      <p:tavLst>
                                        <p:tav tm="0">
                                          <p:val>
                                            <p:strVal val="#ppt_x"/>
                                          </p:val>
                                        </p:tav>
                                        <p:tav tm="100000">
                                          <p:val>
                                            <p:strVal val="#ppt_x"/>
                                          </p:val>
                                        </p:tav>
                                      </p:tavLst>
                                    </p:anim>
                                    <p:anim calcmode="lin" valueType="num">
                                      <p:cBhvr additive="base">
                                        <p:cTn id="30" dur="500" fill="hold"/>
                                        <p:tgtEl>
                                          <p:spTgt spid="20"/>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5"/>
                                        </p:tgtEl>
                                        <p:attrNameLst>
                                          <p:attrName>style.visibility</p:attrName>
                                        </p:attrNameLst>
                                      </p:cBhvr>
                                      <p:to>
                                        <p:strVal val="visible"/>
                                      </p:to>
                                    </p:set>
                                    <p:anim calcmode="lin" valueType="num">
                                      <p:cBhvr additive="base">
                                        <p:cTn id="33" dur="500" fill="hold"/>
                                        <p:tgtEl>
                                          <p:spTgt spid="5"/>
                                        </p:tgtEl>
                                        <p:attrNameLst>
                                          <p:attrName>ppt_x</p:attrName>
                                        </p:attrNameLst>
                                      </p:cBhvr>
                                      <p:tavLst>
                                        <p:tav tm="0">
                                          <p:val>
                                            <p:strVal val="#ppt_x"/>
                                          </p:val>
                                        </p:tav>
                                        <p:tav tm="100000">
                                          <p:val>
                                            <p:strVal val="#ppt_x"/>
                                          </p:val>
                                        </p:tav>
                                      </p:tavLst>
                                    </p:anim>
                                    <p:anim calcmode="lin" valueType="num">
                                      <p:cBhvr additive="base">
                                        <p:cTn id="34" dur="500" fill="hold"/>
                                        <p:tgtEl>
                                          <p:spTgt spid="5"/>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ppt_x"/>
                                          </p:val>
                                        </p:tav>
                                        <p:tav tm="100000">
                                          <p:val>
                                            <p:strVal val="#ppt_x"/>
                                          </p:val>
                                        </p:tav>
                                      </p:tavLst>
                                    </p:anim>
                                    <p:anim calcmode="lin" valueType="num">
                                      <p:cBhvr additive="base">
                                        <p:cTn id="3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8"/>
                                        </p:tgtEl>
                                        <p:attrNameLst>
                                          <p:attrName>style.visibility</p:attrName>
                                        </p:attrNameLst>
                                      </p:cBhvr>
                                      <p:to>
                                        <p:strVal val="visible"/>
                                      </p:to>
                                    </p:set>
                                    <p:anim calcmode="lin" valueType="num">
                                      <p:cBhvr additive="base">
                                        <p:cTn id="43" dur="500" fill="hold"/>
                                        <p:tgtEl>
                                          <p:spTgt spid="38"/>
                                        </p:tgtEl>
                                        <p:attrNameLst>
                                          <p:attrName>ppt_x</p:attrName>
                                        </p:attrNameLst>
                                      </p:cBhvr>
                                      <p:tavLst>
                                        <p:tav tm="0">
                                          <p:val>
                                            <p:strVal val="#ppt_x"/>
                                          </p:val>
                                        </p:tav>
                                        <p:tav tm="100000">
                                          <p:val>
                                            <p:strVal val="#ppt_x"/>
                                          </p:val>
                                        </p:tav>
                                      </p:tavLst>
                                    </p:anim>
                                    <p:anim calcmode="lin" valueType="num">
                                      <p:cBhvr additive="base">
                                        <p:cTn id="44" dur="500" fill="hold"/>
                                        <p:tgtEl>
                                          <p:spTgt spid="38"/>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anim calcmode="lin" valueType="num">
                                      <p:cBhvr additive="base">
                                        <p:cTn id="47" dur="500" fill="hold"/>
                                        <p:tgtEl>
                                          <p:spTgt spid="21"/>
                                        </p:tgtEl>
                                        <p:attrNameLst>
                                          <p:attrName>ppt_x</p:attrName>
                                        </p:attrNameLst>
                                      </p:cBhvr>
                                      <p:tavLst>
                                        <p:tav tm="0">
                                          <p:val>
                                            <p:strVal val="#ppt_x"/>
                                          </p:val>
                                        </p:tav>
                                        <p:tav tm="100000">
                                          <p:val>
                                            <p:strVal val="#ppt_x"/>
                                          </p:val>
                                        </p:tav>
                                      </p:tavLst>
                                    </p:anim>
                                    <p:anim calcmode="lin" valueType="num">
                                      <p:cBhvr additive="base">
                                        <p:cTn id="48" dur="500" fill="hold"/>
                                        <p:tgtEl>
                                          <p:spTgt spid="21"/>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57"/>
                                        </p:tgtEl>
                                        <p:attrNameLst>
                                          <p:attrName>style.visibility</p:attrName>
                                        </p:attrNameLst>
                                      </p:cBhvr>
                                      <p:to>
                                        <p:strVal val="visible"/>
                                      </p:to>
                                    </p:set>
                                    <p:anim calcmode="lin" valueType="num">
                                      <p:cBhvr additive="base">
                                        <p:cTn id="51" dur="500" fill="hold"/>
                                        <p:tgtEl>
                                          <p:spTgt spid="57"/>
                                        </p:tgtEl>
                                        <p:attrNameLst>
                                          <p:attrName>ppt_x</p:attrName>
                                        </p:attrNameLst>
                                      </p:cBhvr>
                                      <p:tavLst>
                                        <p:tav tm="0">
                                          <p:val>
                                            <p:strVal val="#ppt_x"/>
                                          </p:val>
                                        </p:tav>
                                        <p:tav tm="100000">
                                          <p:val>
                                            <p:strVal val="#ppt_x"/>
                                          </p:val>
                                        </p:tav>
                                      </p:tavLst>
                                    </p:anim>
                                    <p:anim calcmode="lin" valueType="num">
                                      <p:cBhvr additive="base">
                                        <p:cTn id="52" dur="500" fill="hold"/>
                                        <p:tgtEl>
                                          <p:spTgt spid="57"/>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12"/>
                                        </p:tgtEl>
                                        <p:attrNameLst>
                                          <p:attrName>style.visibility</p:attrName>
                                        </p:attrNameLst>
                                      </p:cBhvr>
                                      <p:to>
                                        <p:strVal val="visible"/>
                                      </p:to>
                                    </p:set>
                                    <p:anim calcmode="lin" valueType="num">
                                      <p:cBhvr additive="base">
                                        <p:cTn id="55" dur="500" fill="hold"/>
                                        <p:tgtEl>
                                          <p:spTgt spid="12"/>
                                        </p:tgtEl>
                                        <p:attrNameLst>
                                          <p:attrName>ppt_x</p:attrName>
                                        </p:attrNameLst>
                                      </p:cBhvr>
                                      <p:tavLst>
                                        <p:tav tm="0">
                                          <p:val>
                                            <p:strVal val="#ppt_x"/>
                                          </p:val>
                                        </p:tav>
                                        <p:tav tm="100000">
                                          <p:val>
                                            <p:strVal val="#ppt_x"/>
                                          </p:val>
                                        </p:tav>
                                      </p:tavLst>
                                    </p:anim>
                                    <p:anim calcmode="lin" valueType="num">
                                      <p:cBhvr additive="base">
                                        <p:cTn id="5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5"/>
                                        </p:tgtEl>
                                        <p:attrNameLst>
                                          <p:attrName>style.visibility</p:attrName>
                                        </p:attrNameLst>
                                      </p:cBhvr>
                                      <p:to>
                                        <p:strVal val="visible"/>
                                      </p:to>
                                    </p:set>
                                    <p:anim calcmode="lin" valueType="num">
                                      <p:cBhvr additive="base">
                                        <p:cTn id="61" dur="500" fill="hold"/>
                                        <p:tgtEl>
                                          <p:spTgt spid="35"/>
                                        </p:tgtEl>
                                        <p:attrNameLst>
                                          <p:attrName>ppt_x</p:attrName>
                                        </p:attrNameLst>
                                      </p:cBhvr>
                                      <p:tavLst>
                                        <p:tav tm="0">
                                          <p:val>
                                            <p:strVal val="#ppt_x"/>
                                          </p:val>
                                        </p:tav>
                                        <p:tav tm="100000">
                                          <p:val>
                                            <p:strVal val="#ppt_x"/>
                                          </p:val>
                                        </p:tav>
                                      </p:tavLst>
                                    </p:anim>
                                    <p:anim calcmode="lin" valueType="num">
                                      <p:cBhvr additive="base">
                                        <p:cTn id="62" dur="500" fill="hold"/>
                                        <p:tgtEl>
                                          <p:spTgt spid="35"/>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22"/>
                                        </p:tgtEl>
                                        <p:attrNameLst>
                                          <p:attrName>style.visibility</p:attrName>
                                        </p:attrNameLst>
                                      </p:cBhvr>
                                      <p:to>
                                        <p:strVal val="visible"/>
                                      </p:to>
                                    </p:set>
                                    <p:anim calcmode="lin" valueType="num">
                                      <p:cBhvr additive="base">
                                        <p:cTn id="65" dur="500" fill="hold"/>
                                        <p:tgtEl>
                                          <p:spTgt spid="22"/>
                                        </p:tgtEl>
                                        <p:attrNameLst>
                                          <p:attrName>ppt_x</p:attrName>
                                        </p:attrNameLst>
                                      </p:cBhvr>
                                      <p:tavLst>
                                        <p:tav tm="0">
                                          <p:val>
                                            <p:strVal val="#ppt_x"/>
                                          </p:val>
                                        </p:tav>
                                        <p:tav tm="100000">
                                          <p:val>
                                            <p:strVal val="#ppt_x"/>
                                          </p:val>
                                        </p:tav>
                                      </p:tavLst>
                                    </p:anim>
                                    <p:anim calcmode="lin" valueType="num">
                                      <p:cBhvr additive="base">
                                        <p:cTn id="66" dur="500" fill="hold"/>
                                        <p:tgtEl>
                                          <p:spTgt spid="22"/>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59"/>
                                        </p:tgtEl>
                                        <p:attrNameLst>
                                          <p:attrName>style.visibility</p:attrName>
                                        </p:attrNameLst>
                                      </p:cBhvr>
                                      <p:to>
                                        <p:strVal val="visible"/>
                                      </p:to>
                                    </p:set>
                                    <p:anim calcmode="lin" valueType="num">
                                      <p:cBhvr additive="base">
                                        <p:cTn id="69" dur="500" fill="hold"/>
                                        <p:tgtEl>
                                          <p:spTgt spid="59"/>
                                        </p:tgtEl>
                                        <p:attrNameLst>
                                          <p:attrName>ppt_x</p:attrName>
                                        </p:attrNameLst>
                                      </p:cBhvr>
                                      <p:tavLst>
                                        <p:tav tm="0">
                                          <p:val>
                                            <p:strVal val="#ppt_x"/>
                                          </p:val>
                                        </p:tav>
                                        <p:tav tm="100000">
                                          <p:val>
                                            <p:strVal val="#ppt_x"/>
                                          </p:val>
                                        </p:tav>
                                      </p:tavLst>
                                    </p:anim>
                                    <p:anim calcmode="lin" valueType="num">
                                      <p:cBhvr additive="base">
                                        <p:cTn id="70" dur="500" fill="hold"/>
                                        <p:tgtEl>
                                          <p:spTgt spid="59"/>
                                        </p:tgtEl>
                                        <p:attrNameLst>
                                          <p:attrName>ppt_y</p:attrName>
                                        </p:attrNameLst>
                                      </p:cBhvr>
                                      <p:tavLst>
                                        <p:tav tm="0">
                                          <p:val>
                                            <p:strVal val="1+#ppt_h/2"/>
                                          </p:val>
                                        </p:tav>
                                        <p:tav tm="100000">
                                          <p:val>
                                            <p:strVal val="#ppt_y"/>
                                          </p:val>
                                        </p:tav>
                                      </p:tavLst>
                                    </p:anim>
                                  </p:childTnLst>
                                </p:cTn>
                              </p:par>
                              <p:par>
                                <p:cTn id="71" presetID="2" presetClass="entr" presetSubtype="4" fill="hold" nodeType="withEffect">
                                  <p:stCondLst>
                                    <p:cond delay="0"/>
                                  </p:stCondLst>
                                  <p:childTnLst>
                                    <p:set>
                                      <p:cBhvr>
                                        <p:cTn id="72" dur="1" fill="hold">
                                          <p:stCondLst>
                                            <p:cond delay="0"/>
                                          </p:stCondLst>
                                        </p:cTn>
                                        <p:tgtEl>
                                          <p:spTgt spid="14"/>
                                        </p:tgtEl>
                                        <p:attrNameLst>
                                          <p:attrName>style.visibility</p:attrName>
                                        </p:attrNameLst>
                                      </p:cBhvr>
                                      <p:to>
                                        <p:strVal val="visible"/>
                                      </p:to>
                                    </p:set>
                                    <p:anim calcmode="lin" valueType="num">
                                      <p:cBhvr additive="base">
                                        <p:cTn id="73" dur="500" fill="hold"/>
                                        <p:tgtEl>
                                          <p:spTgt spid="14"/>
                                        </p:tgtEl>
                                        <p:attrNameLst>
                                          <p:attrName>ppt_x</p:attrName>
                                        </p:attrNameLst>
                                      </p:cBhvr>
                                      <p:tavLst>
                                        <p:tav tm="0">
                                          <p:val>
                                            <p:strVal val="#ppt_x"/>
                                          </p:val>
                                        </p:tav>
                                        <p:tav tm="100000">
                                          <p:val>
                                            <p:strVal val="#ppt_x"/>
                                          </p:val>
                                        </p:tav>
                                      </p:tavLst>
                                    </p:anim>
                                    <p:anim calcmode="lin" valueType="num">
                                      <p:cBhvr additive="base">
                                        <p:cTn id="7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38" grpId="0" animBg="1"/>
      <p:bldP spid="35" grpId="0" animBg="1"/>
      <p:bldP spid="19" grpId="0" animBg="1"/>
      <p:bldP spid="20" grpId="0" animBg="1"/>
      <p:bldP spid="21" grpId="0" animBg="1"/>
      <p:bldP spid="22" grpId="0" animBg="1"/>
      <p:bldP spid="53" grpId="0"/>
      <p:bldP spid="57" grpId="0"/>
      <p:bldP spid="59" grpId="0"/>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Freeform: Shape 107">
            <a:extLst>
              <a:ext uri="{FF2B5EF4-FFF2-40B4-BE49-F238E27FC236}">
                <a16:creationId xmlns:a16="http://schemas.microsoft.com/office/drawing/2014/main" id="{747DDAD2-8A78-CD05-D841-40FC468D0865}"/>
              </a:ext>
            </a:extLst>
          </p:cNvPr>
          <p:cNvSpPr/>
          <p:nvPr/>
        </p:nvSpPr>
        <p:spPr>
          <a:xfrm rot="5400000">
            <a:off x="6469053" y="830891"/>
            <a:ext cx="986757" cy="1740551"/>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Freeform: Shape 107">
            <a:extLst>
              <a:ext uri="{FF2B5EF4-FFF2-40B4-BE49-F238E27FC236}">
                <a16:creationId xmlns:a16="http://schemas.microsoft.com/office/drawing/2014/main" id="{4143D9FE-143C-44DA-C006-7D81070389B8}"/>
              </a:ext>
            </a:extLst>
          </p:cNvPr>
          <p:cNvSpPr/>
          <p:nvPr/>
        </p:nvSpPr>
        <p:spPr>
          <a:xfrm rot="5400000">
            <a:off x="1809922" y="761301"/>
            <a:ext cx="1000857" cy="182309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4" name="Rectangle 153">
            <a:extLst>
              <a:ext uri="{FF2B5EF4-FFF2-40B4-BE49-F238E27FC236}">
                <a16:creationId xmlns:a16="http://schemas.microsoft.com/office/drawing/2014/main" id="{49E1CAB8-D818-4D33-BD93-8809DF697D15}"/>
              </a:ext>
            </a:extLst>
          </p:cNvPr>
          <p:cNvSpPr/>
          <p:nvPr/>
        </p:nvSpPr>
        <p:spPr>
          <a:xfrm>
            <a:off x="0" y="4764880"/>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TextBox 154">
            <a:extLst>
              <a:ext uri="{FF2B5EF4-FFF2-40B4-BE49-F238E27FC236}">
                <a16:creationId xmlns:a16="http://schemas.microsoft.com/office/drawing/2014/main" id="{5236CF60-F989-4132-866D-C1322556DE18}"/>
              </a:ext>
            </a:extLst>
          </p:cNvPr>
          <p:cNvSpPr txBox="1"/>
          <p:nvPr/>
        </p:nvSpPr>
        <p:spPr>
          <a:xfrm>
            <a:off x="371461" y="4764880"/>
            <a:ext cx="376683" cy="261610"/>
          </a:xfrm>
          <a:prstGeom prst="rect">
            <a:avLst/>
          </a:prstGeom>
          <a:noFill/>
        </p:spPr>
        <p:txBody>
          <a:bodyPr wrap="square">
            <a:spAutoFit/>
          </a:bodyPr>
          <a:lstStyle/>
          <a:p>
            <a:pPr algn="r"/>
            <a:r>
              <a:rPr lang="fr-FR" sz="900" b="1" dirty="0">
                <a:solidFill>
                  <a:srgbClr val="464646"/>
                </a:solidFill>
                <a:latin typeface="Calibri" panose="020F0502020204030204" pitchFamily="34" charset="0"/>
              </a:rPr>
              <a:t>19</a:t>
            </a:r>
            <a:r>
              <a:rPr lang="fr-FR" sz="1100" b="1" dirty="0">
                <a:solidFill>
                  <a:srgbClr val="0F4C81"/>
                </a:solidFill>
              </a:rPr>
              <a:t> |</a:t>
            </a:r>
            <a:endParaRPr lang="en-US" sz="900" dirty="0"/>
          </a:p>
        </p:txBody>
      </p:sp>
      <p:sp>
        <p:nvSpPr>
          <p:cNvPr id="156" name="L-Shape 155">
            <a:extLst>
              <a:ext uri="{FF2B5EF4-FFF2-40B4-BE49-F238E27FC236}">
                <a16:creationId xmlns:a16="http://schemas.microsoft.com/office/drawing/2014/main" id="{10426048-F84E-4548-9DB4-E095DF1F61DC}"/>
              </a:ext>
            </a:extLst>
          </p:cNvPr>
          <p:cNvSpPr/>
          <p:nvPr/>
        </p:nvSpPr>
        <p:spPr>
          <a:xfrm rot="10800000">
            <a:off x="8509883" y="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L-Shape 156">
            <a:extLst>
              <a:ext uri="{FF2B5EF4-FFF2-40B4-BE49-F238E27FC236}">
                <a16:creationId xmlns:a16="http://schemas.microsoft.com/office/drawing/2014/main" id="{E9493255-665C-497F-9715-8F555FA1E550}"/>
              </a:ext>
            </a:extLst>
          </p:cNvPr>
          <p:cNvSpPr/>
          <p:nvPr/>
        </p:nvSpPr>
        <p:spPr>
          <a:xfrm rot="10800000">
            <a:off x="8509883" y="444235"/>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6" name="Rectangle 165">
            <a:extLst>
              <a:ext uri="{FF2B5EF4-FFF2-40B4-BE49-F238E27FC236}">
                <a16:creationId xmlns:a16="http://schemas.microsoft.com/office/drawing/2014/main" id="{08904EE8-5BB6-4C7F-A05E-FA59C33DF2DE}"/>
              </a:ext>
            </a:extLst>
          </p:cNvPr>
          <p:cNvSpPr/>
          <p:nvPr/>
        </p:nvSpPr>
        <p:spPr>
          <a:xfrm>
            <a:off x="8772538" y="4749282"/>
            <a:ext cx="371462" cy="378619"/>
          </a:xfrm>
          <a:prstGeom prst="rect">
            <a:avLst/>
          </a:prstGeom>
          <a:solidFill>
            <a:srgbClr val="EF4641"/>
          </a:solidFill>
          <a:ln>
            <a:solidFill>
              <a:srgbClr val="EF46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L-Shape 167">
            <a:extLst>
              <a:ext uri="{FF2B5EF4-FFF2-40B4-BE49-F238E27FC236}">
                <a16:creationId xmlns:a16="http://schemas.microsoft.com/office/drawing/2014/main" id="{3E36A20C-9F60-4A6B-BAAC-C0419724ACD2}"/>
              </a:ext>
            </a:extLst>
          </p:cNvPr>
          <p:cNvSpPr/>
          <p:nvPr/>
        </p:nvSpPr>
        <p:spPr>
          <a:xfrm rot="5400000">
            <a:off x="5067" y="-5068"/>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L-Shape 168">
            <a:extLst>
              <a:ext uri="{FF2B5EF4-FFF2-40B4-BE49-F238E27FC236}">
                <a16:creationId xmlns:a16="http://schemas.microsoft.com/office/drawing/2014/main" id="{F771CFA0-CB0D-4ED3-8107-4FB38D71D5C4}"/>
              </a:ext>
            </a:extLst>
          </p:cNvPr>
          <p:cNvSpPr/>
          <p:nvPr/>
        </p:nvSpPr>
        <p:spPr>
          <a:xfrm rot="5400000">
            <a:off x="454977" y="443616"/>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1" name="Rectangle 190">
            <a:extLst>
              <a:ext uri="{FF2B5EF4-FFF2-40B4-BE49-F238E27FC236}">
                <a16:creationId xmlns:a16="http://schemas.microsoft.com/office/drawing/2014/main" id="{055FBE7B-0D48-4595-BC68-62378F78D6A2}"/>
              </a:ext>
            </a:extLst>
          </p:cNvPr>
          <p:cNvSpPr>
            <a:spLocks/>
          </p:cNvSpPr>
          <p:nvPr/>
        </p:nvSpPr>
        <p:spPr bwMode="auto">
          <a:xfrm>
            <a:off x="2977677" y="235131"/>
            <a:ext cx="330218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nchor="ctr">
            <a:spAutoFit/>
          </a:bodyPr>
          <a:lstStyle/>
          <a:p>
            <a:pPr algn="ctr"/>
            <a:r>
              <a:rPr lang="en-US" sz="20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rPr>
              <a:t>CHOIX DES EQUIPEMENTS  </a:t>
            </a:r>
          </a:p>
        </p:txBody>
      </p:sp>
      <p:sp>
        <p:nvSpPr>
          <p:cNvPr id="19" name="Freeform: Shape 63">
            <a:extLst>
              <a:ext uri="{FF2B5EF4-FFF2-40B4-BE49-F238E27FC236}">
                <a16:creationId xmlns:a16="http://schemas.microsoft.com/office/drawing/2014/main" id="{46F9498E-74D1-24F8-31BA-09451FFF9312}"/>
              </a:ext>
            </a:extLst>
          </p:cNvPr>
          <p:cNvSpPr/>
          <p:nvPr/>
        </p:nvSpPr>
        <p:spPr>
          <a:xfrm flipV="1">
            <a:off x="1385015" y="1850674"/>
            <a:ext cx="1823098" cy="2254951"/>
          </a:xfrm>
          <a:custGeom>
            <a:avLst/>
            <a:gdLst>
              <a:gd name="connsiteX0" fmla="*/ 0 w 1591582"/>
              <a:gd name="connsiteY0" fmla="*/ 3031986 h 3031986"/>
              <a:gd name="connsiteX1" fmla="*/ 357641 w 1591582"/>
              <a:gd name="connsiteY1" fmla="*/ 3031986 h 3031986"/>
              <a:gd name="connsiteX2" fmla="*/ 795791 w 1591582"/>
              <a:gd name="connsiteY2" fmla="*/ 2593836 h 3031986"/>
              <a:gd name="connsiteX3" fmla="*/ 1233941 w 1591582"/>
              <a:gd name="connsiteY3" fmla="*/ 3031986 h 3031986"/>
              <a:gd name="connsiteX4" fmla="*/ 1591582 w 1591582"/>
              <a:gd name="connsiteY4" fmla="*/ 3031986 h 3031986"/>
              <a:gd name="connsiteX5" fmla="*/ 1591582 w 1591582"/>
              <a:gd name="connsiteY5" fmla="*/ 314242 h 3031986"/>
              <a:gd name="connsiteX6" fmla="*/ 1277340 w 1591582"/>
              <a:gd name="connsiteY6" fmla="*/ 0 h 3031986"/>
              <a:gd name="connsiteX7" fmla="*/ 314242 w 1591582"/>
              <a:gd name="connsiteY7" fmla="*/ 0 h 3031986"/>
              <a:gd name="connsiteX8" fmla="*/ 0 w 1591582"/>
              <a:gd name="connsiteY8" fmla="*/ 314242 h 3031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1582" h="3031986">
                <a:moveTo>
                  <a:pt x="0" y="3031986"/>
                </a:moveTo>
                <a:lnTo>
                  <a:pt x="357641" y="3031986"/>
                </a:lnTo>
                <a:cubicBezTo>
                  <a:pt x="357641" y="2790002"/>
                  <a:pt x="553807" y="2593836"/>
                  <a:pt x="795791" y="2593836"/>
                </a:cubicBezTo>
                <a:cubicBezTo>
                  <a:pt x="1037775" y="2593836"/>
                  <a:pt x="1233941" y="2790002"/>
                  <a:pt x="1233941" y="3031986"/>
                </a:cubicBezTo>
                <a:lnTo>
                  <a:pt x="1591582" y="3031986"/>
                </a:lnTo>
                <a:lnTo>
                  <a:pt x="1591582" y="314242"/>
                </a:lnTo>
                <a:cubicBezTo>
                  <a:pt x="1591582" y="140691"/>
                  <a:pt x="1450891" y="0"/>
                  <a:pt x="1277340" y="0"/>
                </a:cubicBezTo>
                <a:lnTo>
                  <a:pt x="314242" y="0"/>
                </a:lnTo>
                <a:cubicBezTo>
                  <a:pt x="140691" y="0"/>
                  <a:pt x="0" y="140691"/>
                  <a:pt x="0" y="314242"/>
                </a:cubicBezTo>
                <a:close/>
              </a:path>
            </a:pathLst>
          </a:custGeom>
          <a:solidFill>
            <a:schemeClr val="tx1"/>
          </a:solidFill>
          <a:ln>
            <a:noFill/>
          </a:ln>
          <a:effectLst>
            <a:outerShdw blurRad="127000" sx="107000" sy="107000" algn="ctr"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64">
            <a:extLst>
              <a:ext uri="{FF2B5EF4-FFF2-40B4-BE49-F238E27FC236}">
                <a16:creationId xmlns:a16="http://schemas.microsoft.com/office/drawing/2014/main" id="{AEB91D79-F994-8C31-2800-29340DE2BCD4}"/>
              </a:ext>
            </a:extLst>
          </p:cNvPr>
          <p:cNvSpPr/>
          <p:nvPr/>
        </p:nvSpPr>
        <p:spPr>
          <a:xfrm flipV="1">
            <a:off x="6073581" y="1860032"/>
            <a:ext cx="1755664" cy="2254951"/>
          </a:xfrm>
          <a:custGeom>
            <a:avLst/>
            <a:gdLst>
              <a:gd name="connsiteX0" fmla="*/ 0 w 1591582"/>
              <a:gd name="connsiteY0" fmla="*/ 3031986 h 3031986"/>
              <a:gd name="connsiteX1" fmla="*/ 357641 w 1591582"/>
              <a:gd name="connsiteY1" fmla="*/ 3031986 h 3031986"/>
              <a:gd name="connsiteX2" fmla="*/ 795791 w 1591582"/>
              <a:gd name="connsiteY2" fmla="*/ 2593836 h 3031986"/>
              <a:gd name="connsiteX3" fmla="*/ 1233941 w 1591582"/>
              <a:gd name="connsiteY3" fmla="*/ 3031986 h 3031986"/>
              <a:gd name="connsiteX4" fmla="*/ 1591582 w 1591582"/>
              <a:gd name="connsiteY4" fmla="*/ 3031986 h 3031986"/>
              <a:gd name="connsiteX5" fmla="*/ 1591582 w 1591582"/>
              <a:gd name="connsiteY5" fmla="*/ 314242 h 3031986"/>
              <a:gd name="connsiteX6" fmla="*/ 1277340 w 1591582"/>
              <a:gd name="connsiteY6" fmla="*/ 0 h 3031986"/>
              <a:gd name="connsiteX7" fmla="*/ 314242 w 1591582"/>
              <a:gd name="connsiteY7" fmla="*/ 0 h 3031986"/>
              <a:gd name="connsiteX8" fmla="*/ 0 w 1591582"/>
              <a:gd name="connsiteY8" fmla="*/ 314242 h 3031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1582" h="3031986">
                <a:moveTo>
                  <a:pt x="0" y="3031986"/>
                </a:moveTo>
                <a:lnTo>
                  <a:pt x="357641" y="3031986"/>
                </a:lnTo>
                <a:cubicBezTo>
                  <a:pt x="357641" y="2790002"/>
                  <a:pt x="553807" y="2593836"/>
                  <a:pt x="795791" y="2593836"/>
                </a:cubicBezTo>
                <a:cubicBezTo>
                  <a:pt x="1037775" y="2593836"/>
                  <a:pt x="1233941" y="2790002"/>
                  <a:pt x="1233941" y="3031986"/>
                </a:cubicBezTo>
                <a:lnTo>
                  <a:pt x="1591582" y="3031986"/>
                </a:lnTo>
                <a:lnTo>
                  <a:pt x="1591582" y="314242"/>
                </a:lnTo>
                <a:cubicBezTo>
                  <a:pt x="1591582" y="140691"/>
                  <a:pt x="1450891" y="0"/>
                  <a:pt x="1277340" y="0"/>
                </a:cubicBezTo>
                <a:lnTo>
                  <a:pt x="314242" y="0"/>
                </a:lnTo>
                <a:cubicBezTo>
                  <a:pt x="140691" y="0"/>
                  <a:pt x="0" y="140691"/>
                  <a:pt x="0" y="314242"/>
                </a:cubicBezTo>
                <a:close/>
              </a:path>
            </a:pathLst>
          </a:custGeom>
          <a:solidFill>
            <a:schemeClr val="tx1"/>
          </a:solidFill>
          <a:ln>
            <a:noFill/>
          </a:ln>
          <a:effectLst>
            <a:outerShdw blurRad="127000" sx="107000" sy="107000" algn="ctr"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ZoneTexte 28">
            <a:extLst>
              <a:ext uri="{FF2B5EF4-FFF2-40B4-BE49-F238E27FC236}">
                <a16:creationId xmlns:a16="http://schemas.microsoft.com/office/drawing/2014/main" id="{A1CD1348-234A-3F9B-6E1B-0C570D505417}"/>
              </a:ext>
            </a:extLst>
          </p:cNvPr>
          <p:cNvSpPr txBox="1"/>
          <p:nvPr/>
        </p:nvSpPr>
        <p:spPr>
          <a:xfrm>
            <a:off x="1845266" y="1504904"/>
            <a:ext cx="1023612" cy="307777"/>
          </a:xfrm>
          <a:prstGeom prst="rect">
            <a:avLst/>
          </a:prstGeom>
          <a:noFill/>
        </p:spPr>
        <p:txBody>
          <a:bodyPr wrap="square">
            <a:spAutoFit/>
          </a:bodyPr>
          <a:lstStyle/>
          <a:p>
            <a:pPr algn="ctr"/>
            <a:r>
              <a:rPr lang="fr-FR" b="1" dirty="0" err="1"/>
              <a:t>Heatsink</a:t>
            </a:r>
            <a:endParaRPr lang="fr-FR" b="1" dirty="0"/>
          </a:p>
        </p:txBody>
      </p:sp>
      <p:sp>
        <p:nvSpPr>
          <p:cNvPr id="40" name="ZoneTexte 39">
            <a:extLst>
              <a:ext uri="{FF2B5EF4-FFF2-40B4-BE49-F238E27FC236}">
                <a16:creationId xmlns:a16="http://schemas.microsoft.com/office/drawing/2014/main" id="{8984EC4C-BB55-0271-02E9-E5E76090FACD}"/>
              </a:ext>
            </a:extLst>
          </p:cNvPr>
          <p:cNvSpPr txBox="1"/>
          <p:nvPr/>
        </p:nvSpPr>
        <p:spPr>
          <a:xfrm>
            <a:off x="6342483" y="1397182"/>
            <a:ext cx="1217860" cy="523220"/>
          </a:xfrm>
          <a:prstGeom prst="rect">
            <a:avLst/>
          </a:prstGeom>
          <a:noFill/>
        </p:spPr>
        <p:txBody>
          <a:bodyPr wrap="square">
            <a:spAutoFit/>
          </a:bodyPr>
          <a:lstStyle/>
          <a:p>
            <a:pPr algn="ctr"/>
            <a:r>
              <a:rPr lang="fr-FR" sz="1400" b="1" i="0" dirty="0">
                <a:solidFill>
                  <a:srgbClr val="000000"/>
                </a:solidFill>
                <a:effectLst/>
                <a:latin typeface="Arial" panose="020B0604020202020204" pitchFamily="34" charset="0"/>
                <a:ea typeface="Arial" panose="020B0604020202020204" pitchFamily="34" charset="0"/>
                <a:cs typeface="Arial" panose="020B0604020202020204" pitchFamily="34" charset="0"/>
              </a:rPr>
              <a:t>Module SSD 512 GB</a:t>
            </a:r>
            <a:endParaRPr lang="fr-FR" dirty="0"/>
          </a:p>
        </p:txBody>
      </p:sp>
      <p:pic>
        <p:nvPicPr>
          <p:cNvPr id="3" name="Picture 2" descr="A picture containing text, stationary&#10;&#10;Description automatically generated">
            <a:extLst>
              <a:ext uri="{FF2B5EF4-FFF2-40B4-BE49-F238E27FC236}">
                <a16:creationId xmlns:a16="http://schemas.microsoft.com/office/drawing/2014/main" id="{125530AC-8DCE-DB64-1C79-B1F20F9E52B9}"/>
              </a:ext>
            </a:extLst>
          </p:cNvPr>
          <p:cNvPicPr>
            <a:picLocks noChangeAspect="1"/>
          </p:cNvPicPr>
          <p:nvPr/>
        </p:nvPicPr>
        <p:blipFill>
          <a:blip r:embed="rId3"/>
          <a:stretch>
            <a:fillRect/>
          </a:stretch>
        </p:blipFill>
        <p:spPr>
          <a:xfrm>
            <a:off x="1536982" y="2071867"/>
            <a:ext cx="1546736" cy="2092961"/>
          </a:xfrm>
          <a:prstGeom prst="rect">
            <a:avLst/>
          </a:prstGeom>
        </p:spPr>
      </p:pic>
      <p:pic>
        <p:nvPicPr>
          <p:cNvPr id="6" name="Picture 5" descr="A close-up of a computer chip&#10;&#10;Description automatically generated with medium confidence">
            <a:extLst>
              <a:ext uri="{FF2B5EF4-FFF2-40B4-BE49-F238E27FC236}">
                <a16:creationId xmlns:a16="http://schemas.microsoft.com/office/drawing/2014/main" id="{11A145FB-4EDA-1958-AD7D-AF15C1AA142C}"/>
              </a:ext>
            </a:extLst>
          </p:cNvPr>
          <p:cNvPicPr>
            <a:picLocks noChangeAspect="1"/>
          </p:cNvPicPr>
          <p:nvPr/>
        </p:nvPicPr>
        <p:blipFill>
          <a:blip r:embed="rId4"/>
          <a:stretch>
            <a:fillRect/>
          </a:stretch>
        </p:blipFill>
        <p:spPr>
          <a:xfrm rot="17743181">
            <a:off x="5778794" y="2144754"/>
            <a:ext cx="2345241" cy="1895144"/>
          </a:xfrm>
          <a:prstGeom prst="rect">
            <a:avLst/>
          </a:prstGeom>
        </p:spPr>
      </p:pic>
      <p:sp>
        <p:nvSpPr>
          <p:cNvPr id="7" name="Rectangle 6">
            <a:extLst>
              <a:ext uri="{FF2B5EF4-FFF2-40B4-BE49-F238E27FC236}">
                <a16:creationId xmlns:a16="http://schemas.microsoft.com/office/drawing/2014/main" id="{E56050B5-F81F-B969-2DBC-04D935A297A2}"/>
              </a:ext>
            </a:extLst>
          </p:cNvPr>
          <p:cNvSpPr>
            <a:spLocks/>
          </p:cNvSpPr>
          <p:nvPr/>
        </p:nvSpPr>
        <p:spPr bwMode="auto">
          <a:xfrm>
            <a:off x="2971963" y="46398"/>
            <a:ext cx="3274684"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fr-FR" sz="1050" spc="82" dirty="0">
                <a:solidFill>
                  <a:schemeClr val="bg1">
                    <a:lumMod val="50000"/>
                  </a:schemeClr>
                </a:solidFill>
                <a:latin typeface="Source Sans Pro" charset="0"/>
                <a:ea typeface="Source Sans Pro" charset="0"/>
                <a:cs typeface="Source Sans Pro" charset="0"/>
                <a:sym typeface="Bebas Neue" charset="0"/>
              </a:rPr>
              <a:t>ETUDE TECHNOLOGIQUE</a:t>
            </a:r>
            <a:endParaRPr lang="en-US" sz="1050" spc="82" dirty="0">
              <a:solidFill>
                <a:schemeClr val="bg1">
                  <a:lumMod val="50000"/>
                </a:schemeClr>
              </a:solidFill>
              <a:latin typeface="Source Sans Pro" charset="0"/>
              <a:ea typeface="Source Sans Pro" charset="0"/>
              <a:cs typeface="Source Sans Pro" charset="0"/>
              <a:sym typeface="Bebas Neue" charset="0"/>
            </a:endParaRPr>
          </a:p>
        </p:txBody>
      </p:sp>
    </p:spTree>
    <p:extLst>
      <p:ext uri="{BB962C8B-B14F-4D97-AF65-F5344CB8AC3E}">
        <p14:creationId xmlns:p14="http://schemas.microsoft.com/office/powerpoint/2010/main" val="365718886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500" fill="hold"/>
                                        <p:tgtEl>
                                          <p:spTgt spid="37"/>
                                        </p:tgtEl>
                                        <p:attrNameLst>
                                          <p:attrName>ppt_x</p:attrName>
                                        </p:attrNameLst>
                                      </p:cBhvr>
                                      <p:tavLst>
                                        <p:tav tm="0">
                                          <p:val>
                                            <p:strVal val="#ppt_x"/>
                                          </p:val>
                                        </p:tav>
                                        <p:tav tm="100000">
                                          <p:val>
                                            <p:strVal val="#ppt_x"/>
                                          </p:val>
                                        </p:tav>
                                      </p:tavLst>
                                    </p:anim>
                                    <p:anim calcmode="lin" valueType="num">
                                      <p:cBhvr additive="base">
                                        <p:cTn id="8" dur="500" fill="hold"/>
                                        <p:tgtEl>
                                          <p:spTgt spid="3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ppt_x"/>
                                          </p:val>
                                        </p:tav>
                                        <p:tav tm="100000">
                                          <p:val>
                                            <p:strVal val="#ppt_x"/>
                                          </p:val>
                                        </p:tav>
                                      </p:tavLst>
                                    </p:anim>
                                    <p:anim calcmode="lin" valueType="num">
                                      <p:cBhvr additive="base">
                                        <p:cTn id="12" dur="500" fill="hold"/>
                                        <p:tgtEl>
                                          <p:spTgt spid="1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anim calcmode="lin" valueType="num">
                                      <p:cBhvr additive="base">
                                        <p:cTn id="15" dur="500" fill="hold"/>
                                        <p:tgtEl>
                                          <p:spTgt spid="29"/>
                                        </p:tgtEl>
                                        <p:attrNameLst>
                                          <p:attrName>ppt_x</p:attrName>
                                        </p:attrNameLst>
                                      </p:cBhvr>
                                      <p:tavLst>
                                        <p:tav tm="0">
                                          <p:val>
                                            <p:strVal val="#ppt_x"/>
                                          </p:val>
                                        </p:tav>
                                        <p:tav tm="100000">
                                          <p:val>
                                            <p:strVal val="#ppt_x"/>
                                          </p:val>
                                        </p:tav>
                                      </p:tavLst>
                                    </p:anim>
                                    <p:anim calcmode="lin" valueType="num">
                                      <p:cBhvr additive="base">
                                        <p:cTn id="16" dur="500" fill="hold"/>
                                        <p:tgtEl>
                                          <p:spTgt spid="29"/>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6"/>
                                        </p:tgtEl>
                                        <p:attrNameLst>
                                          <p:attrName>style.visibility</p:attrName>
                                        </p:attrNameLst>
                                      </p:cBhvr>
                                      <p:to>
                                        <p:strVal val="visible"/>
                                      </p:to>
                                    </p:set>
                                    <p:anim calcmode="lin" valueType="num">
                                      <p:cBhvr additive="base">
                                        <p:cTn id="25" dur="500" fill="hold"/>
                                        <p:tgtEl>
                                          <p:spTgt spid="36"/>
                                        </p:tgtEl>
                                        <p:attrNameLst>
                                          <p:attrName>ppt_x</p:attrName>
                                        </p:attrNameLst>
                                      </p:cBhvr>
                                      <p:tavLst>
                                        <p:tav tm="0">
                                          <p:val>
                                            <p:strVal val="#ppt_x"/>
                                          </p:val>
                                        </p:tav>
                                        <p:tav tm="100000">
                                          <p:val>
                                            <p:strVal val="#ppt_x"/>
                                          </p:val>
                                        </p:tav>
                                      </p:tavLst>
                                    </p:anim>
                                    <p:anim calcmode="lin" valueType="num">
                                      <p:cBhvr additive="base">
                                        <p:cTn id="26" dur="500" fill="hold"/>
                                        <p:tgtEl>
                                          <p:spTgt spid="36"/>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anim calcmode="lin" valueType="num">
                                      <p:cBhvr additive="base">
                                        <p:cTn id="29" dur="500" fill="hold"/>
                                        <p:tgtEl>
                                          <p:spTgt spid="20"/>
                                        </p:tgtEl>
                                        <p:attrNameLst>
                                          <p:attrName>ppt_x</p:attrName>
                                        </p:attrNameLst>
                                      </p:cBhvr>
                                      <p:tavLst>
                                        <p:tav tm="0">
                                          <p:val>
                                            <p:strVal val="#ppt_x"/>
                                          </p:val>
                                        </p:tav>
                                        <p:tav tm="100000">
                                          <p:val>
                                            <p:strVal val="#ppt_x"/>
                                          </p:val>
                                        </p:tav>
                                      </p:tavLst>
                                    </p:anim>
                                    <p:anim calcmode="lin" valueType="num">
                                      <p:cBhvr additive="base">
                                        <p:cTn id="30" dur="500" fill="hold"/>
                                        <p:tgtEl>
                                          <p:spTgt spid="20"/>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40"/>
                                        </p:tgtEl>
                                        <p:attrNameLst>
                                          <p:attrName>style.visibility</p:attrName>
                                        </p:attrNameLst>
                                      </p:cBhvr>
                                      <p:to>
                                        <p:strVal val="visible"/>
                                      </p:to>
                                    </p:set>
                                    <p:anim calcmode="lin" valueType="num">
                                      <p:cBhvr additive="base">
                                        <p:cTn id="33" dur="500" fill="hold"/>
                                        <p:tgtEl>
                                          <p:spTgt spid="40"/>
                                        </p:tgtEl>
                                        <p:attrNameLst>
                                          <p:attrName>ppt_x</p:attrName>
                                        </p:attrNameLst>
                                      </p:cBhvr>
                                      <p:tavLst>
                                        <p:tav tm="0">
                                          <p:val>
                                            <p:strVal val="#ppt_x"/>
                                          </p:val>
                                        </p:tav>
                                        <p:tav tm="100000">
                                          <p:val>
                                            <p:strVal val="#ppt_x"/>
                                          </p:val>
                                        </p:tav>
                                      </p:tavLst>
                                    </p:anim>
                                    <p:anim calcmode="lin" valueType="num">
                                      <p:cBhvr additive="base">
                                        <p:cTn id="34" dur="500" fill="hold"/>
                                        <p:tgtEl>
                                          <p:spTgt spid="40"/>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additive="base">
                                        <p:cTn id="37" dur="500" fill="hold"/>
                                        <p:tgtEl>
                                          <p:spTgt spid="6"/>
                                        </p:tgtEl>
                                        <p:attrNameLst>
                                          <p:attrName>ppt_x</p:attrName>
                                        </p:attrNameLst>
                                      </p:cBhvr>
                                      <p:tavLst>
                                        <p:tav tm="0">
                                          <p:val>
                                            <p:strVal val="#ppt_x"/>
                                          </p:val>
                                        </p:tav>
                                        <p:tav tm="100000">
                                          <p:val>
                                            <p:strVal val="#ppt_x"/>
                                          </p:val>
                                        </p:tav>
                                      </p:tavLst>
                                    </p:anim>
                                    <p:anim calcmode="lin" valueType="num">
                                      <p:cBhvr additive="base">
                                        <p:cTn id="3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19" grpId="0" animBg="1"/>
      <p:bldP spid="20" grpId="0" animBg="1"/>
      <p:bldP spid="29" grpId="0"/>
      <p:bldP spid="4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Rectangle 153">
            <a:extLst>
              <a:ext uri="{FF2B5EF4-FFF2-40B4-BE49-F238E27FC236}">
                <a16:creationId xmlns:a16="http://schemas.microsoft.com/office/drawing/2014/main" id="{49E1CAB8-D818-4D33-BD93-8809DF697D15}"/>
              </a:ext>
            </a:extLst>
          </p:cNvPr>
          <p:cNvSpPr/>
          <p:nvPr/>
        </p:nvSpPr>
        <p:spPr>
          <a:xfrm>
            <a:off x="0" y="4764880"/>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TextBox 154">
            <a:extLst>
              <a:ext uri="{FF2B5EF4-FFF2-40B4-BE49-F238E27FC236}">
                <a16:creationId xmlns:a16="http://schemas.microsoft.com/office/drawing/2014/main" id="{5236CF60-F989-4132-866D-C1322556DE18}"/>
              </a:ext>
            </a:extLst>
          </p:cNvPr>
          <p:cNvSpPr txBox="1"/>
          <p:nvPr/>
        </p:nvSpPr>
        <p:spPr>
          <a:xfrm>
            <a:off x="371462" y="4822978"/>
            <a:ext cx="376684" cy="261610"/>
          </a:xfrm>
          <a:prstGeom prst="rect">
            <a:avLst/>
          </a:prstGeom>
          <a:noFill/>
        </p:spPr>
        <p:txBody>
          <a:bodyPr wrap="square">
            <a:spAutoFit/>
          </a:bodyPr>
          <a:lstStyle/>
          <a:p>
            <a:pPr algn="r"/>
            <a:r>
              <a:rPr lang="fr-FR" sz="900" b="1" dirty="0">
                <a:solidFill>
                  <a:srgbClr val="464646"/>
                </a:solidFill>
                <a:latin typeface="Calibri" panose="020F0502020204030204" pitchFamily="34" charset="0"/>
              </a:rPr>
              <a:t>20</a:t>
            </a:r>
            <a:r>
              <a:rPr lang="fr-FR" sz="1100" b="1" dirty="0">
                <a:solidFill>
                  <a:srgbClr val="0F4C81"/>
                </a:solidFill>
              </a:rPr>
              <a:t> |</a:t>
            </a:r>
            <a:endParaRPr lang="en-US" sz="900" dirty="0"/>
          </a:p>
        </p:txBody>
      </p:sp>
      <p:sp>
        <p:nvSpPr>
          <p:cNvPr id="156" name="L-Shape 155">
            <a:extLst>
              <a:ext uri="{FF2B5EF4-FFF2-40B4-BE49-F238E27FC236}">
                <a16:creationId xmlns:a16="http://schemas.microsoft.com/office/drawing/2014/main" id="{10426048-F84E-4548-9DB4-E095DF1F61DC}"/>
              </a:ext>
            </a:extLst>
          </p:cNvPr>
          <p:cNvSpPr/>
          <p:nvPr/>
        </p:nvSpPr>
        <p:spPr>
          <a:xfrm rot="10800000">
            <a:off x="8509883" y="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L-Shape 156">
            <a:extLst>
              <a:ext uri="{FF2B5EF4-FFF2-40B4-BE49-F238E27FC236}">
                <a16:creationId xmlns:a16="http://schemas.microsoft.com/office/drawing/2014/main" id="{E9493255-665C-497F-9715-8F555FA1E550}"/>
              </a:ext>
            </a:extLst>
          </p:cNvPr>
          <p:cNvSpPr/>
          <p:nvPr/>
        </p:nvSpPr>
        <p:spPr>
          <a:xfrm rot="10800000">
            <a:off x="8509883" y="444235"/>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6" name="Rectangle 165">
            <a:extLst>
              <a:ext uri="{FF2B5EF4-FFF2-40B4-BE49-F238E27FC236}">
                <a16:creationId xmlns:a16="http://schemas.microsoft.com/office/drawing/2014/main" id="{08904EE8-5BB6-4C7F-A05E-FA59C33DF2DE}"/>
              </a:ext>
            </a:extLst>
          </p:cNvPr>
          <p:cNvSpPr/>
          <p:nvPr/>
        </p:nvSpPr>
        <p:spPr>
          <a:xfrm>
            <a:off x="8772538" y="4749282"/>
            <a:ext cx="371462" cy="378619"/>
          </a:xfrm>
          <a:prstGeom prst="rect">
            <a:avLst/>
          </a:prstGeom>
          <a:solidFill>
            <a:srgbClr val="EF4641"/>
          </a:solidFill>
          <a:ln>
            <a:solidFill>
              <a:srgbClr val="EF46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L-Shape 167">
            <a:extLst>
              <a:ext uri="{FF2B5EF4-FFF2-40B4-BE49-F238E27FC236}">
                <a16:creationId xmlns:a16="http://schemas.microsoft.com/office/drawing/2014/main" id="{3E36A20C-9F60-4A6B-BAAC-C0419724ACD2}"/>
              </a:ext>
            </a:extLst>
          </p:cNvPr>
          <p:cNvSpPr/>
          <p:nvPr/>
        </p:nvSpPr>
        <p:spPr>
          <a:xfrm rot="5400000">
            <a:off x="5067" y="-5068"/>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L-Shape 168">
            <a:extLst>
              <a:ext uri="{FF2B5EF4-FFF2-40B4-BE49-F238E27FC236}">
                <a16:creationId xmlns:a16="http://schemas.microsoft.com/office/drawing/2014/main" id="{F771CFA0-CB0D-4ED3-8107-4FB38D71D5C4}"/>
              </a:ext>
            </a:extLst>
          </p:cNvPr>
          <p:cNvSpPr/>
          <p:nvPr/>
        </p:nvSpPr>
        <p:spPr>
          <a:xfrm rot="5400000">
            <a:off x="454977" y="443616"/>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1" name="Rectangle 190">
            <a:extLst>
              <a:ext uri="{FF2B5EF4-FFF2-40B4-BE49-F238E27FC236}">
                <a16:creationId xmlns:a16="http://schemas.microsoft.com/office/drawing/2014/main" id="{055FBE7B-0D48-4595-BC68-62378F78D6A2}"/>
              </a:ext>
            </a:extLst>
          </p:cNvPr>
          <p:cNvSpPr>
            <a:spLocks/>
          </p:cNvSpPr>
          <p:nvPr/>
        </p:nvSpPr>
        <p:spPr bwMode="auto">
          <a:xfrm>
            <a:off x="2971963" y="231089"/>
            <a:ext cx="345126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nchor="ctr">
            <a:spAutoFit/>
          </a:bodyPr>
          <a:lstStyle/>
          <a:p>
            <a:pPr algn="ctr"/>
            <a:r>
              <a:rPr lang="en-US" sz="20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rPr>
              <a:t>CHOIX DES TECHNOLOGIES  </a:t>
            </a:r>
          </a:p>
        </p:txBody>
      </p:sp>
      <p:sp>
        <p:nvSpPr>
          <p:cNvPr id="2" name="Rectangle 1">
            <a:extLst>
              <a:ext uri="{FF2B5EF4-FFF2-40B4-BE49-F238E27FC236}">
                <a16:creationId xmlns:a16="http://schemas.microsoft.com/office/drawing/2014/main" id="{1B9BD79C-8500-245C-845E-33C585B85138}"/>
              </a:ext>
            </a:extLst>
          </p:cNvPr>
          <p:cNvSpPr>
            <a:spLocks/>
          </p:cNvSpPr>
          <p:nvPr/>
        </p:nvSpPr>
        <p:spPr bwMode="auto">
          <a:xfrm>
            <a:off x="2971963" y="46398"/>
            <a:ext cx="3274684"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fr-FR" sz="1050" spc="82" dirty="0">
                <a:solidFill>
                  <a:schemeClr val="bg1">
                    <a:lumMod val="50000"/>
                  </a:schemeClr>
                </a:solidFill>
                <a:latin typeface="Source Sans Pro" charset="0"/>
                <a:ea typeface="Source Sans Pro" charset="0"/>
                <a:cs typeface="Source Sans Pro" charset="0"/>
                <a:sym typeface="Bebas Neue" charset="0"/>
              </a:rPr>
              <a:t>ETUDE TECHNOLOGIQUE</a:t>
            </a:r>
            <a:endParaRPr lang="en-US" sz="1050" spc="82" dirty="0">
              <a:solidFill>
                <a:schemeClr val="bg1">
                  <a:lumMod val="50000"/>
                </a:schemeClr>
              </a:solidFill>
              <a:latin typeface="Source Sans Pro" charset="0"/>
              <a:ea typeface="Source Sans Pro" charset="0"/>
              <a:cs typeface="Source Sans Pro" charset="0"/>
              <a:sym typeface="Bebas Neue" charset="0"/>
            </a:endParaRPr>
          </a:p>
        </p:txBody>
      </p:sp>
      <p:pic>
        <p:nvPicPr>
          <p:cNvPr id="4" name="Picture 3" descr="A picture containing text, clipart, graphics, font&#10;&#10;Description automatically generated">
            <a:extLst>
              <a:ext uri="{FF2B5EF4-FFF2-40B4-BE49-F238E27FC236}">
                <a16:creationId xmlns:a16="http://schemas.microsoft.com/office/drawing/2014/main" id="{B6A8CBE0-BF7F-47D7-0CB4-63CF4DD778F0}"/>
              </a:ext>
            </a:extLst>
          </p:cNvPr>
          <p:cNvPicPr>
            <a:picLocks noChangeAspect="1"/>
          </p:cNvPicPr>
          <p:nvPr/>
        </p:nvPicPr>
        <p:blipFill>
          <a:blip r:embed="rId3"/>
          <a:stretch>
            <a:fillRect/>
          </a:stretch>
        </p:blipFill>
        <p:spPr>
          <a:xfrm>
            <a:off x="0" y="1468223"/>
            <a:ext cx="2720771" cy="1530434"/>
          </a:xfrm>
          <a:prstGeom prst="rect">
            <a:avLst/>
          </a:prstGeom>
        </p:spPr>
      </p:pic>
      <p:pic>
        <p:nvPicPr>
          <p:cNvPr id="6" name="Picture 5" descr="A green and black logo&#10;&#10;Description automatically generated with low confidence">
            <a:extLst>
              <a:ext uri="{FF2B5EF4-FFF2-40B4-BE49-F238E27FC236}">
                <a16:creationId xmlns:a16="http://schemas.microsoft.com/office/drawing/2014/main" id="{B0CBFAD8-E1DF-BCA2-20AA-2F379ADE6D0C}"/>
              </a:ext>
            </a:extLst>
          </p:cNvPr>
          <p:cNvPicPr>
            <a:picLocks noChangeAspect="1"/>
          </p:cNvPicPr>
          <p:nvPr/>
        </p:nvPicPr>
        <p:blipFill>
          <a:blip r:embed="rId4"/>
          <a:stretch>
            <a:fillRect/>
          </a:stretch>
        </p:blipFill>
        <p:spPr>
          <a:xfrm>
            <a:off x="1415753" y="583511"/>
            <a:ext cx="5773133" cy="3250060"/>
          </a:xfrm>
          <a:prstGeom prst="rect">
            <a:avLst/>
          </a:prstGeom>
        </p:spPr>
      </p:pic>
      <p:pic>
        <p:nvPicPr>
          <p:cNvPr id="8" name="Picture 7" descr="A green circle with white text&#10;&#10;Description automatically generated">
            <a:extLst>
              <a:ext uri="{FF2B5EF4-FFF2-40B4-BE49-F238E27FC236}">
                <a16:creationId xmlns:a16="http://schemas.microsoft.com/office/drawing/2014/main" id="{06C77837-50F0-2F9A-09A4-4DBC8BBA708D}"/>
              </a:ext>
            </a:extLst>
          </p:cNvPr>
          <p:cNvPicPr>
            <a:picLocks noChangeAspect="1"/>
          </p:cNvPicPr>
          <p:nvPr/>
        </p:nvPicPr>
        <p:blipFill>
          <a:blip r:embed="rId5"/>
          <a:stretch>
            <a:fillRect/>
          </a:stretch>
        </p:blipFill>
        <p:spPr>
          <a:xfrm>
            <a:off x="5898307" y="1159007"/>
            <a:ext cx="3158180" cy="1970187"/>
          </a:xfrm>
          <a:prstGeom prst="rect">
            <a:avLst/>
          </a:prstGeom>
        </p:spPr>
      </p:pic>
      <p:pic>
        <p:nvPicPr>
          <p:cNvPr id="9" name="Picture 8" descr="Logo, icon&#10;&#10;Description automatically generated">
            <a:extLst>
              <a:ext uri="{FF2B5EF4-FFF2-40B4-BE49-F238E27FC236}">
                <a16:creationId xmlns:a16="http://schemas.microsoft.com/office/drawing/2014/main" id="{9E65C5C3-8B6B-6FA9-98C2-A5497556C654}"/>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713259" y="3084073"/>
            <a:ext cx="2163611" cy="1738905"/>
          </a:xfrm>
          <a:prstGeom prst="rect">
            <a:avLst/>
          </a:prstGeom>
          <a:noFill/>
          <a:ln>
            <a:noFill/>
          </a:ln>
        </p:spPr>
      </p:pic>
      <p:pic>
        <p:nvPicPr>
          <p:cNvPr id="10" name="Picture 9">
            <a:extLst>
              <a:ext uri="{FF2B5EF4-FFF2-40B4-BE49-F238E27FC236}">
                <a16:creationId xmlns:a16="http://schemas.microsoft.com/office/drawing/2014/main" id="{8EC611B0-121A-70F6-0387-8C8E75BC4F40}"/>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626300" y="3327795"/>
            <a:ext cx="2544013" cy="1421487"/>
          </a:xfrm>
          <a:prstGeom prst="rect">
            <a:avLst/>
          </a:prstGeom>
          <a:noFill/>
          <a:ln>
            <a:noFill/>
          </a:ln>
        </p:spPr>
      </p:pic>
    </p:spTree>
    <p:extLst>
      <p:ext uri="{BB962C8B-B14F-4D97-AF65-F5344CB8AC3E}">
        <p14:creationId xmlns:p14="http://schemas.microsoft.com/office/powerpoint/2010/main" val="110847304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Rectangle 153">
            <a:extLst>
              <a:ext uri="{FF2B5EF4-FFF2-40B4-BE49-F238E27FC236}">
                <a16:creationId xmlns:a16="http://schemas.microsoft.com/office/drawing/2014/main" id="{49E1CAB8-D818-4D33-BD93-8809DF697D15}"/>
              </a:ext>
            </a:extLst>
          </p:cNvPr>
          <p:cNvSpPr/>
          <p:nvPr/>
        </p:nvSpPr>
        <p:spPr>
          <a:xfrm>
            <a:off x="0" y="4764880"/>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TextBox 154">
            <a:extLst>
              <a:ext uri="{FF2B5EF4-FFF2-40B4-BE49-F238E27FC236}">
                <a16:creationId xmlns:a16="http://schemas.microsoft.com/office/drawing/2014/main" id="{5236CF60-F989-4132-866D-C1322556DE18}"/>
              </a:ext>
            </a:extLst>
          </p:cNvPr>
          <p:cNvSpPr txBox="1"/>
          <p:nvPr/>
        </p:nvSpPr>
        <p:spPr>
          <a:xfrm>
            <a:off x="295564" y="4860130"/>
            <a:ext cx="480291" cy="261610"/>
          </a:xfrm>
          <a:prstGeom prst="rect">
            <a:avLst/>
          </a:prstGeom>
          <a:noFill/>
        </p:spPr>
        <p:txBody>
          <a:bodyPr wrap="square">
            <a:spAutoFit/>
          </a:bodyPr>
          <a:lstStyle/>
          <a:p>
            <a:pPr algn="r"/>
            <a:r>
              <a:rPr lang="fr-FR" sz="900" b="1" dirty="0">
                <a:solidFill>
                  <a:srgbClr val="464646"/>
                </a:solidFill>
                <a:latin typeface="Calibri" panose="020F0502020204030204" pitchFamily="34" charset="0"/>
              </a:rPr>
              <a:t>21</a:t>
            </a:r>
            <a:r>
              <a:rPr lang="fr-FR" sz="1100" b="1" dirty="0">
                <a:solidFill>
                  <a:srgbClr val="0F4C81"/>
                </a:solidFill>
              </a:rPr>
              <a:t> |</a:t>
            </a:r>
            <a:endParaRPr lang="en-US" sz="900" dirty="0"/>
          </a:p>
        </p:txBody>
      </p:sp>
      <p:sp>
        <p:nvSpPr>
          <p:cNvPr id="156" name="L-Shape 155">
            <a:extLst>
              <a:ext uri="{FF2B5EF4-FFF2-40B4-BE49-F238E27FC236}">
                <a16:creationId xmlns:a16="http://schemas.microsoft.com/office/drawing/2014/main" id="{10426048-F84E-4548-9DB4-E095DF1F61DC}"/>
              </a:ext>
            </a:extLst>
          </p:cNvPr>
          <p:cNvSpPr/>
          <p:nvPr/>
        </p:nvSpPr>
        <p:spPr>
          <a:xfrm rot="10800000">
            <a:off x="8509883" y="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L-Shape 156">
            <a:extLst>
              <a:ext uri="{FF2B5EF4-FFF2-40B4-BE49-F238E27FC236}">
                <a16:creationId xmlns:a16="http://schemas.microsoft.com/office/drawing/2014/main" id="{E9493255-665C-497F-9715-8F555FA1E550}"/>
              </a:ext>
            </a:extLst>
          </p:cNvPr>
          <p:cNvSpPr/>
          <p:nvPr/>
        </p:nvSpPr>
        <p:spPr>
          <a:xfrm rot="10800000">
            <a:off x="8509883" y="444235"/>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6" name="Rectangle 165">
            <a:extLst>
              <a:ext uri="{FF2B5EF4-FFF2-40B4-BE49-F238E27FC236}">
                <a16:creationId xmlns:a16="http://schemas.microsoft.com/office/drawing/2014/main" id="{08904EE8-5BB6-4C7F-A05E-FA59C33DF2DE}"/>
              </a:ext>
            </a:extLst>
          </p:cNvPr>
          <p:cNvSpPr/>
          <p:nvPr/>
        </p:nvSpPr>
        <p:spPr>
          <a:xfrm>
            <a:off x="8772538" y="4749282"/>
            <a:ext cx="371462" cy="378619"/>
          </a:xfrm>
          <a:prstGeom prst="rect">
            <a:avLst/>
          </a:prstGeom>
          <a:solidFill>
            <a:srgbClr val="EF4641"/>
          </a:solidFill>
          <a:ln>
            <a:solidFill>
              <a:srgbClr val="EF46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L-Shape 167">
            <a:extLst>
              <a:ext uri="{FF2B5EF4-FFF2-40B4-BE49-F238E27FC236}">
                <a16:creationId xmlns:a16="http://schemas.microsoft.com/office/drawing/2014/main" id="{3E36A20C-9F60-4A6B-BAAC-C0419724ACD2}"/>
              </a:ext>
            </a:extLst>
          </p:cNvPr>
          <p:cNvSpPr/>
          <p:nvPr/>
        </p:nvSpPr>
        <p:spPr>
          <a:xfrm rot="5400000">
            <a:off x="5067" y="-5068"/>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L-Shape 168">
            <a:extLst>
              <a:ext uri="{FF2B5EF4-FFF2-40B4-BE49-F238E27FC236}">
                <a16:creationId xmlns:a16="http://schemas.microsoft.com/office/drawing/2014/main" id="{F771CFA0-CB0D-4ED3-8107-4FB38D71D5C4}"/>
              </a:ext>
            </a:extLst>
          </p:cNvPr>
          <p:cNvSpPr/>
          <p:nvPr/>
        </p:nvSpPr>
        <p:spPr>
          <a:xfrm rot="5400000">
            <a:off x="454977" y="443616"/>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1" name="Rectangle 190">
            <a:extLst>
              <a:ext uri="{FF2B5EF4-FFF2-40B4-BE49-F238E27FC236}">
                <a16:creationId xmlns:a16="http://schemas.microsoft.com/office/drawing/2014/main" id="{055FBE7B-0D48-4595-BC68-62378F78D6A2}"/>
              </a:ext>
            </a:extLst>
          </p:cNvPr>
          <p:cNvSpPr>
            <a:spLocks/>
          </p:cNvSpPr>
          <p:nvPr/>
        </p:nvSpPr>
        <p:spPr bwMode="auto">
          <a:xfrm>
            <a:off x="2971963" y="231089"/>
            <a:ext cx="345126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nchor="ctr">
            <a:spAutoFit/>
          </a:bodyPr>
          <a:lstStyle/>
          <a:p>
            <a:pPr algn="ctr"/>
            <a:r>
              <a:rPr lang="en-US" sz="20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rPr>
              <a:t>CHOIX DES TECHNOLOGIES  </a:t>
            </a:r>
          </a:p>
        </p:txBody>
      </p:sp>
      <p:sp>
        <p:nvSpPr>
          <p:cNvPr id="2" name="Rectangle 1">
            <a:extLst>
              <a:ext uri="{FF2B5EF4-FFF2-40B4-BE49-F238E27FC236}">
                <a16:creationId xmlns:a16="http://schemas.microsoft.com/office/drawing/2014/main" id="{1B9BD79C-8500-245C-845E-33C585B85138}"/>
              </a:ext>
            </a:extLst>
          </p:cNvPr>
          <p:cNvSpPr>
            <a:spLocks/>
          </p:cNvSpPr>
          <p:nvPr/>
        </p:nvSpPr>
        <p:spPr bwMode="auto">
          <a:xfrm>
            <a:off x="2971963" y="46398"/>
            <a:ext cx="3274684"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fr-FR" sz="1050" spc="82" dirty="0">
                <a:solidFill>
                  <a:schemeClr val="bg1">
                    <a:lumMod val="50000"/>
                  </a:schemeClr>
                </a:solidFill>
                <a:latin typeface="Source Sans Pro" charset="0"/>
                <a:ea typeface="Source Sans Pro" charset="0"/>
                <a:cs typeface="Source Sans Pro" charset="0"/>
                <a:sym typeface="Bebas Neue" charset="0"/>
              </a:rPr>
              <a:t>ETUDE TECHNOLOGIQUE</a:t>
            </a:r>
            <a:endParaRPr lang="en-US" sz="1050" spc="82" dirty="0">
              <a:solidFill>
                <a:schemeClr val="bg1">
                  <a:lumMod val="50000"/>
                </a:schemeClr>
              </a:solidFill>
              <a:latin typeface="Source Sans Pro" charset="0"/>
              <a:ea typeface="Source Sans Pro" charset="0"/>
              <a:cs typeface="Source Sans Pro" charset="0"/>
              <a:sym typeface="Bebas Neue" charset="0"/>
            </a:endParaRPr>
          </a:p>
        </p:txBody>
      </p:sp>
      <p:pic>
        <p:nvPicPr>
          <p:cNvPr id="3" name="Picture 2">
            <a:extLst>
              <a:ext uri="{FF2B5EF4-FFF2-40B4-BE49-F238E27FC236}">
                <a16:creationId xmlns:a16="http://schemas.microsoft.com/office/drawing/2014/main" id="{9337E753-3454-6A92-DDD9-E1FD293A0C8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0026" y="1750808"/>
            <a:ext cx="3609003" cy="1897380"/>
          </a:xfrm>
          <a:prstGeom prst="rect">
            <a:avLst/>
          </a:prstGeom>
          <a:noFill/>
          <a:ln>
            <a:noFill/>
          </a:ln>
        </p:spPr>
      </p:pic>
      <p:pic>
        <p:nvPicPr>
          <p:cNvPr id="5" name="Picture 4" descr="A logo of a face&#10;&#10;Description automatically generated with low confidence">
            <a:extLst>
              <a:ext uri="{FF2B5EF4-FFF2-40B4-BE49-F238E27FC236}">
                <a16:creationId xmlns:a16="http://schemas.microsoft.com/office/drawing/2014/main" id="{44C98D70-A8B6-7811-DD1F-9E5D10DCF0C3}"/>
              </a:ext>
            </a:extLst>
          </p:cNvPr>
          <p:cNvPicPr>
            <a:picLocks noChangeAspect="1"/>
          </p:cNvPicPr>
          <p:nvPr/>
        </p:nvPicPr>
        <p:blipFill>
          <a:blip r:embed="rId4"/>
          <a:stretch>
            <a:fillRect/>
          </a:stretch>
        </p:blipFill>
        <p:spPr>
          <a:xfrm>
            <a:off x="3747298" y="1866633"/>
            <a:ext cx="1717675" cy="1665729"/>
          </a:xfrm>
          <a:prstGeom prst="rect">
            <a:avLst/>
          </a:prstGeom>
        </p:spPr>
      </p:pic>
      <p:pic>
        <p:nvPicPr>
          <p:cNvPr id="7" name="Picture 6">
            <a:extLst>
              <a:ext uri="{FF2B5EF4-FFF2-40B4-BE49-F238E27FC236}">
                <a16:creationId xmlns:a16="http://schemas.microsoft.com/office/drawing/2014/main" id="{9198CEAA-116F-7E02-8817-E7CE5181F23B}"/>
              </a:ext>
            </a:extLst>
          </p:cNvPr>
          <p:cNvPicPr>
            <a:picLocks noChangeAspect="1"/>
          </p:cNvPicPr>
          <p:nvPr/>
        </p:nvPicPr>
        <p:blipFill>
          <a:blip r:embed="rId5"/>
          <a:stretch>
            <a:fillRect/>
          </a:stretch>
        </p:blipFill>
        <p:spPr>
          <a:xfrm>
            <a:off x="6300276" y="1750808"/>
            <a:ext cx="2526665" cy="1793240"/>
          </a:xfrm>
          <a:prstGeom prst="rect">
            <a:avLst/>
          </a:prstGeom>
        </p:spPr>
      </p:pic>
    </p:spTree>
    <p:extLst>
      <p:ext uri="{BB962C8B-B14F-4D97-AF65-F5344CB8AC3E}">
        <p14:creationId xmlns:p14="http://schemas.microsoft.com/office/powerpoint/2010/main" val="295574351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Shape 458"/>
        <p:cNvGrpSpPr/>
        <p:nvPr/>
      </p:nvGrpSpPr>
      <p:grpSpPr>
        <a:xfrm>
          <a:off x="0" y="0"/>
          <a:ext cx="0" cy="0"/>
          <a:chOff x="0" y="0"/>
          <a:chExt cx="0" cy="0"/>
        </a:xfrm>
      </p:grpSpPr>
      <p:sp>
        <p:nvSpPr>
          <p:cNvPr id="461" name="Google Shape;461;p45"/>
          <p:cNvSpPr txBox="1">
            <a:spLocks noGrp="1"/>
          </p:cNvSpPr>
          <p:nvPr>
            <p:ph type="title" idx="2"/>
          </p:nvPr>
        </p:nvSpPr>
        <p:spPr>
          <a:xfrm>
            <a:off x="316140" y="278679"/>
            <a:ext cx="3468900" cy="1104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05</a:t>
            </a:r>
            <a:endParaRPr dirty="0"/>
          </a:p>
        </p:txBody>
      </p:sp>
      <p:sp>
        <p:nvSpPr>
          <p:cNvPr id="12" name="Google Shape;223;p25">
            <a:extLst>
              <a:ext uri="{FF2B5EF4-FFF2-40B4-BE49-F238E27FC236}">
                <a16:creationId xmlns:a16="http://schemas.microsoft.com/office/drawing/2014/main" id="{761EE900-A22D-4716-BF38-953CFD9B9CD5}"/>
              </a:ext>
            </a:extLst>
          </p:cNvPr>
          <p:cNvSpPr/>
          <p:nvPr/>
        </p:nvSpPr>
        <p:spPr>
          <a:xfrm>
            <a:off x="6057998" y="776080"/>
            <a:ext cx="198000" cy="198000"/>
          </a:xfrm>
          <a:prstGeom prst="rect">
            <a:avLst/>
          </a:prstGeom>
          <a:solidFill>
            <a:srgbClr val="0F4C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F4C81"/>
              </a:solidFill>
            </a:endParaRPr>
          </a:p>
        </p:txBody>
      </p:sp>
      <p:sp>
        <p:nvSpPr>
          <p:cNvPr id="13" name="Google Shape;224;p25">
            <a:extLst>
              <a:ext uri="{FF2B5EF4-FFF2-40B4-BE49-F238E27FC236}">
                <a16:creationId xmlns:a16="http://schemas.microsoft.com/office/drawing/2014/main" id="{50C1535E-AF3C-4299-86E4-AFA8DCE3252A}"/>
              </a:ext>
            </a:extLst>
          </p:cNvPr>
          <p:cNvSpPr/>
          <p:nvPr/>
        </p:nvSpPr>
        <p:spPr>
          <a:xfrm>
            <a:off x="7030204" y="776080"/>
            <a:ext cx="198000" cy="198000"/>
          </a:xfrm>
          <a:prstGeom prst="rect">
            <a:avLst/>
          </a:prstGeom>
          <a:solidFill>
            <a:srgbClr val="98BE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AA9B"/>
              </a:solidFill>
            </a:endParaRPr>
          </a:p>
        </p:txBody>
      </p:sp>
      <p:sp>
        <p:nvSpPr>
          <p:cNvPr id="14" name="Google Shape;225;p25">
            <a:extLst>
              <a:ext uri="{FF2B5EF4-FFF2-40B4-BE49-F238E27FC236}">
                <a16:creationId xmlns:a16="http://schemas.microsoft.com/office/drawing/2014/main" id="{9C834A09-6607-4FAC-B901-DFF56A22AE84}"/>
              </a:ext>
            </a:extLst>
          </p:cNvPr>
          <p:cNvSpPr/>
          <p:nvPr/>
        </p:nvSpPr>
        <p:spPr>
          <a:xfrm>
            <a:off x="6710898" y="776080"/>
            <a:ext cx="198000" cy="198000"/>
          </a:xfrm>
          <a:prstGeom prst="rect">
            <a:avLst/>
          </a:prstGeom>
          <a:solidFill>
            <a:srgbClr val="EF46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24;p25">
            <a:extLst>
              <a:ext uri="{FF2B5EF4-FFF2-40B4-BE49-F238E27FC236}">
                <a16:creationId xmlns:a16="http://schemas.microsoft.com/office/drawing/2014/main" id="{4E934142-8163-49BB-B175-903FD8BB36A3}"/>
              </a:ext>
            </a:extLst>
          </p:cNvPr>
          <p:cNvSpPr/>
          <p:nvPr/>
        </p:nvSpPr>
        <p:spPr>
          <a:xfrm>
            <a:off x="6384448" y="776080"/>
            <a:ext cx="198000" cy="198000"/>
          </a:xfrm>
          <a:prstGeom prst="rect">
            <a:avLst/>
          </a:prstGeom>
          <a:solidFill>
            <a:srgbClr val="69A1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AA9B"/>
              </a:solidFill>
            </a:endParaRPr>
          </a:p>
        </p:txBody>
      </p:sp>
      <p:sp>
        <p:nvSpPr>
          <p:cNvPr id="19" name="Rectangle 18">
            <a:extLst>
              <a:ext uri="{FF2B5EF4-FFF2-40B4-BE49-F238E27FC236}">
                <a16:creationId xmlns:a16="http://schemas.microsoft.com/office/drawing/2014/main" id="{96391A46-E587-4060-8C7F-A5331BC2C32B}"/>
              </a:ext>
            </a:extLst>
          </p:cNvPr>
          <p:cNvSpPr/>
          <p:nvPr/>
        </p:nvSpPr>
        <p:spPr>
          <a:xfrm>
            <a:off x="0" y="4764880"/>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11E4BA24-AA16-4EA5-8632-B938CA93A8C5}"/>
              </a:ext>
            </a:extLst>
          </p:cNvPr>
          <p:cNvSpPr txBox="1"/>
          <p:nvPr/>
        </p:nvSpPr>
        <p:spPr>
          <a:xfrm>
            <a:off x="240145" y="4764880"/>
            <a:ext cx="501316" cy="261610"/>
          </a:xfrm>
          <a:prstGeom prst="rect">
            <a:avLst/>
          </a:prstGeom>
          <a:noFill/>
        </p:spPr>
        <p:txBody>
          <a:bodyPr wrap="square">
            <a:spAutoFit/>
          </a:bodyPr>
          <a:lstStyle/>
          <a:p>
            <a:pPr algn="r"/>
            <a:r>
              <a:rPr lang="fr-FR" sz="900" dirty="0">
                <a:solidFill>
                  <a:srgbClr val="464646"/>
                </a:solidFill>
                <a:latin typeface="Calibri" panose="020F0502020204030204" pitchFamily="34" charset="0"/>
              </a:rPr>
              <a:t>22</a:t>
            </a:r>
            <a:r>
              <a:rPr lang="fr-FR" sz="1100" b="1" dirty="0">
                <a:solidFill>
                  <a:srgbClr val="0F4C81"/>
                </a:solidFill>
              </a:rPr>
              <a:t> |</a:t>
            </a:r>
            <a:endParaRPr lang="en-US" sz="900" dirty="0"/>
          </a:p>
        </p:txBody>
      </p:sp>
      <p:sp>
        <p:nvSpPr>
          <p:cNvPr id="17" name="L-Shape 16">
            <a:extLst>
              <a:ext uri="{FF2B5EF4-FFF2-40B4-BE49-F238E27FC236}">
                <a16:creationId xmlns:a16="http://schemas.microsoft.com/office/drawing/2014/main" id="{8BD42EDA-BABD-4FBF-8021-03D895FC8DC5}"/>
              </a:ext>
            </a:extLst>
          </p:cNvPr>
          <p:cNvSpPr/>
          <p:nvPr/>
        </p:nvSpPr>
        <p:spPr>
          <a:xfrm rot="10800000">
            <a:off x="8509883" y="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L-Shape 17">
            <a:extLst>
              <a:ext uri="{FF2B5EF4-FFF2-40B4-BE49-F238E27FC236}">
                <a16:creationId xmlns:a16="http://schemas.microsoft.com/office/drawing/2014/main" id="{8317E6B2-56A9-4D64-9470-C9C57F7D54FA}"/>
              </a:ext>
            </a:extLst>
          </p:cNvPr>
          <p:cNvSpPr/>
          <p:nvPr/>
        </p:nvSpPr>
        <p:spPr>
          <a:xfrm rot="10800000">
            <a:off x="8509883" y="444235"/>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L-Shape 20">
            <a:extLst>
              <a:ext uri="{FF2B5EF4-FFF2-40B4-BE49-F238E27FC236}">
                <a16:creationId xmlns:a16="http://schemas.microsoft.com/office/drawing/2014/main" id="{DE2A99EE-D5FD-4E1F-AD7F-8D74E850E5B5}"/>
              </a:ext>
            </a:extLst>
          </p:cNvPr>
          <p:cNvSpPr/>
          <p:nvPr/>
        </p:nvSpPr>
        <p:spPr>
          <a:xfrm rot="5400000">
            <a:off x="1575596" y="1578482"/>
            <a:ext cx="634117" cy="644250"/>
          </a:xfrm>
          <a:prstGeom prst="corner">
            <a:avLst/>
          </a:prstGeom>
          <a:solidFill>
            <a:srgbClr val="69A147"/>
          </a:solidFill>
          <a:ln>
            <a:solidFill>
              <a:srgbClr val="69A14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Google Shape;460;p45">
            <a:extLst>
              <a:ext uri="{FF2B5EF4-FFF2-40B4-BE49-F238E27FC236}">
                <a16:creationId xmlns:a16="http://schemas.microsoft.com/office/drawing/2014/main" id="{36327026-A591-405D-AAD5-016E25626807}"/>
              </a:ext>
            </a:extLst>
          </p:cNvPr>
          <p:cNvSpPr txBox="1">
            <a:spLocks/>
          </p:cNvSpPr>
          <p:nvPr/>
        </p:nvSpPr>
        <p:spPr>
          <a:xfrm>
            <a:off x="2824941" y="2124392"/>
            <a:ext cx="6643989" cy="1046057"/>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4200"/>
              <a:buFont typeface="Anton"/>
              <a:buNone/>
              <a:defRPr sz="4800" b="0" i="0" u="none" strike="noStrike" cap="none">
                <a:solidFill>
                  <a:schemeClr val="dk2"/>
                </a:solidFill>
                <a:latin typeface="Anton"/>
                <a:ea typeface="Anton"/>
                <a:cs typeface="Anton"/>
                <a:sym typeface="Anton"/>
              </a:defRPr>
            </a:lvl1pPr>
            <a:lvl2pPr marR="0" lvl="1"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2pPr>
            <a:lvl3pPr marR="0" lvl="2"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3pPr>
            <a:lvl4pPr marR="0" lvl="3"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4pPr>
            <a:lvl5pPr marR="0" lvl="4"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5pPr>
            <a:lvl6pPr marR="0" lvl="5"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6pPr>
            <a:lvl7pPr marR="0" lvl="6"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7pPr>
            <a:lvl8pPr marR="0" lvl="7"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8pPr>
            <a:lvl9pPr marR="0" lvl="8"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9pPr>
          </a:lstStyle>
          <a:p>
            <a:r>
              <a:rPr lang="en-US" dirty="0"/>
              <a:t>RÉALISATION</a:t>
            </a:r>
          </a:p>
        </p:txBody>
      </p:sp>
      <p:sp>
        <p:nvSpPr>
          <p:cNvPr id="23" name="L-Shape 22">
            <a:extLst>
              <a:ext uri="{FF2B5EF4-FFF2-40B4-BE49-F238E27FC236}">
                <a16:creationId xmlns:a16="http://schemas.microsoft.com/office/drawing/2014/main" id="{22F5C796-3BBB-4DEB-9A3A-A54F33A30DD9}"/>
              </a:ext>
            </a:extLst>
          </p:cNvPr>
          <p:cNvSpPr/>
          <p:nvPr/>
        </p:nvSpPr>
        <p:spPr>
          <a:xfrm rot="16200000">
            <a:off x="6152003" y="3295681"/>
            <a:ext cx="634117" cy="644250"/>
          </a:xfrm>
          <a:prstGeom prst="corner">
            <a:avLst/>
          </a:prstGeom>
          <a:solidFill>
            <a:srgbClr val="69A147"/>
          </a:solidFill>
          <a:ln>
            <a:solidFill>
              <a:srgbClr val="69A14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1370161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61"/>
                                        </p:tgtEl>
                                        <p:attrNameLst>
                                          <p:attrName>style.visibility</p:attrName>
                                        </p:attrNameLst>
                                      </p:cBhvr>
                                      <p:to>
                                        <p:strVal val="visible"/>
                                      </p:to>
                                    </p:set>
                                    <p:anim calcmode="lin" valueType="num">
                                      <p:cBhvr additive="base">
                                        <p:cTn id="7" dur="500" fill="hold"/>
                                        <p:tgtEl>
                                          <p:spTgt spid="461"/>
                                        </p:tgtEl>
                                        <p:attrNameLst>
                                          <p:attrName>ppt_x</p:attrName>
                                        </p:attrNameLst>
                                      </p:cBhvr>
                                      <p:tavLst>
                                        <p:tav tm="0">
                                          <p:val>
                                            <p:strVal val="#ppt_x"/>
                                          </p:val>
                                        </p:tav>
                                        <p:tav tm="100000">
                                          <p:val>
                                            <p:strVal val="#ppt_x"/>
                                          </p:val>
                                        </p:tav>
                                      </p:tavLst>
                                    </p:anim>
                                    <p:anim calcmode="lin" valueType="num">
                                      <p:cBhvr additive="base">
                                        <p:cTn id="8" dur="500" fill="hold"/>
                                        <p:tgtEl>
                                          <p:spTgt spid="46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ppt_x"/>
                                          </p:val>
                                        </p:tav>
                                        <p:tav tm="100000">
                                          <p:val>
                                            <p:strVal val="#ppt_x"/>
                                          </p:val>
                                        </p:tav>
                                      </p:tavLst>
                                    </p:anim>
                                    <p:anim calcmode="lin" valueType="num">
                                      <p:cBhvr additive="base">
                                        <p:cTn id="1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 grpId="0"/>
      <p:bldP spid="2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15" name="Rectangle 14">
            <a:extLst>
              <a:ext uri="{FF2B5EF4-FFF2-40B4-BE49-F238E27FC236}">
                <a16:creationId xmlns:a16="http://schemas.microsoft.com/office/drawing/2014/main" id="{83D4BD8D-98CF-42E3-8C8A-EF32167A1CB5}"/>
              </a:ext>
            </a:extLst>
          </p:cNvPr>
          <p:cNvSpPr/>
          <p:nvPr/>
        </p:nvSpPr>
        <p:spPr>
          <a:xfrm>
            <a:off x="0" y="4764880"/>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6322FA38-8D1D-474B-B1B9-C7A624819EFD}"/>
              </a:ext>
            </a:extLst>
          </p:cNvPr>
          <p:cNvSpPr txBox="1"/>
          <p:nvPr/>
        </p:nvSpPr>
        <p:spPr>
          <a:xfrm>
            <a:off x="-2663731" y="4807786"/>
            <a:ext cx="4583150" cy="261610"/>
          </a:xfrm>
          <a:prstGeom prst="rect">
            <a:avLst/>
          </a:prstGeom>
          <a:noFill/>
        </p:spPr>
        <p:txBody>
          <a:bodyPr wrap="square">
            <a:spAutoFit/>
          </a:bodyPr>
          <a:lstStyle/>
          <a:p>
            <a:pPr algn="r"/>
            <a:r>
              <a:rPr lang="fr-FR" sz="900" b="1" dirty="0">
                <a:solidFill>
                  <a:srgbClr val="464646"/>
                </a:solidFill>
                <a:latin typeface="Calibri" panose="020F0502020204030204" pitchFamily="34" charset="0"/>
              </a:rPr>
              <a:t>20</a:t>
            </a:r>
            <a:r>
              <a:rPr lang="fr-FR" sz="1100" b="1" dirty="0">
                <a:solidFill>
                  <a:srgbClr val="0F4C81"/>
                </a:solidFill>
              </a:rPr>
              <a:t> |</a:t>
            </a:r>
            <a:r>
              <a:rPr lang="fr-FR" sz="900" b="1" i="0" u="none" strike="noStrike" dirty="0">
                <a:solidFill>
                  <a:srgbClr val="464646"/>
                </a:solidFill>
                <a:effectLst/>
                <a:latin typeface="Calibri" panose="020F0502020204030204" pitchFamily="34" charset="0"/>
              </a:rPr>
              <a:t> Système d’analyse d’air</a:t>
            </a:r>
            <a:endParaRPr lang="en-US" sz="900" dirty="0"/>
          </a:p>
        </p:txBody>
      </p:sp>
      <p:sp>
        <p:nvSpPr>
          <p:cNvPr id="17" name="L-Shape 16">
            <a:extLst>
              <a:ext uri="{FF2B5EF4-FFF2-40B4-BE49-F238E27FC236}">
                <a16:creationId xmlns:a16="http://schemas.microsoft.com/office/drawing/2014/main" id="{CD38A89F-DA05-4691-9B13-D7D6D31B0A8B}"/>
              </a:ext>
            </a:extLst>
          </p:cNvPr>
          <p:cNvSpPr/>
          <p:nvPr/>
        </p:nvSpPr>
        <p:spPr>
          <a:xfrm rot="10800000">
            <a:off x="8509883" y="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L-Shape 17">
            <a:extLst>
              <a:ext uri="{FF2B5EF4-FFF2-40B4-BE49-F238E27FC236}">
                <a16:creationId xmlns:a16="http://schemas.microsoft.com/office/drawing/2014/main" id="{1ED10395-974F-45DB-B71D-8BFC489F4708}"/>
              </a:ext>
            </a:extLst>
          </p:cNvPr>
          <p:cNvSpPr/>
          <p:nvPr/>
        </p:nvSpPr>
        <p:spPr>
          <a:xfrm rot="10800000">
            <a:off x="8509883" y="444235"/>
            <a:ext cx="190500" cy="190500"/>
          </a:xfrm>
          <a:prstGeom prst="corner">
            <a:avLst/>
          </a:prstGeom>
          <a:solidFill>
            <a:srgbClr val="00AA9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3EBF690B-8007-43FB-87CD-B181DFAD8E1D}"/>
              </a:ext>
            </a:extLst>
          </p:cNvPr>
          <p:cNvSpPr/>
          <p:nvPr/>
        </p:nvSpPr>
        <p:spPr>
          <a:xfrm>
            <a:off x="8772538" y="4749282"/>
            <a:ext cx="371462" cy="378619"/>
          </a:xfrm>
          <a:prstGeom prst="rect">
            <a:avLst/>
          </a:prstGeom>
          <a:solidFill>
            <a:srgbClr val="EF4641"/>
          </a:solidFill>
          <a:ln>
            <a:solidFill>
              <a:srgbClr val="EF46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L-Shape 19">
            <a:extLst>
              <a:ext uri="{FF2B5EF4-FFF2-40B4-BE49-F238E27FC236}">
                <a16:creationId xmlns:a16="http://schemas.microsoft.com/office/drawing/2014/main" id="{FA8E44A6-B9FF-4FC0-8EC0-0EAEB9FA6A61}"/>
              </a:ext>
            </a:extLst>
          </p:cNvPr>
          <p:cNvSpPr/>
          <p:nvPr/>
        </p:nvSpPr>
        <p:spPr>
          <a:xfrm rot="5400000">
            <a:off x="5067" y="-5068"/>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L-Shape 20">
            <a:extLst>
              <a:ext uri="{FF2B5EF4-FFF2-40B4-BE49-F238E27FC236}">
                <a16:creationId xmlns:a16="http://schemas.microsoft.com/office/drawing/2014/main" id="{1B3197D6-A769-4759-B008-39D269AFC45E}"/>
              </a:ext>
            </a:extLst>
          </p:cNvPr>
          <p:cNvSpPr/>
          <p:nvPr/>
        </p:nvSpPr>
        <p:spPr>
          <a:xfrm rot="5400000">
            <a:off x="454977" y="443616"/>
            <a:ext cx="190500" cy="190500"/>
          </a:xfrm>
          <a:prstGeom prst="corner">
            <a:avLst/>
          </a:prstGeom>
          <a:solidFill>
            <a:srgbClr val="00AA9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579874446"/>
      </p:ext>
    </p:extLst>
  </p:cSld>
  <p:clrMapOvr>
    <a:masterClrMapping/>
  </p:clrMapOvr>
  <p:transition spd="slow">
    <p:push dir="u"/>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Shape 458"/>
        <p:cNvGrpSpPr/>
        <p:nvPr/>
      </p:nvGrpSpPr>
      <p:grpSpPr>
        <a:xfrm>
          <a:off x="0" y="0"/>
          <a:ext cx="0" cy="0"/>
          <a:chOff x="0" y="0"/>
          <a:chExt cx="0" cy="0"/>
        </a:xfrm>
      </p:grpSpPr>
      <p:sp>
        <p:nvSpPr>
          <p:cNvPr id="461" name="Google Shape;461;p45"/>
          <p:cNvSpPr txBox="1">
            <a:spLocks noGrp="1"/>
          </p:cNvSpPr>
          <p:nvPr>
            <p:ph type="title" idx="2"/>
          </p:nvPr>
        </p:nvSpPr>
        <p:spPr>
          <a:xfrm>
            <a:off x="123187" y="278679"/>
            <a:ext cx="3661853" cy="1104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06</a:t>
            </a:r>
            <a:endParaRPr dirty="0"/>
          </a:p>
        </p:txBody>
      </p:sp>
      <p:sp>
        <p:nvSpPr>
          <p:cNvPr id="12" name="Google Shape;223;p25">
            <a:extLst>
              <a:ext uri="{FF2B5EF4-FFF2-40B4-BE49-F238E27FC236}">
                <a16:creationId xmlns:a16="http://schemas.microsoft.com/office/drawing/2014/main" id="{761EE900-A22D-4716-BF38-953CFD9B9CD5}"/>
              </a:ext>
            </a:extLst>
          </p:cNvPr>
          <p:cNvSpPr/>
          <p:nvPr/>
        </p:nvSpPr>
        <p:spPr>
          <a:xfrm>
            <a:off x="6057998" y="776080"/>
            <a:ext cx="198000" cy="198000"/>
          </a:xfrm>
          <a:prstGeom prst="rect">
            <a:avLst/>
          </a:prstGeom>
          <a:solidFill>
            <a:srgbClr val="0F4C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F4C81"/>
              </a:solidFill>
            </a:endParaRPr>
          </a:p>
        </p:txBody>
      </p:sp>
      <p:sp>
        <p:nvSpPr>
          <p:cNvPr id="13" name="Google Shape;224;p25">
            <a:extLst>
              <a:ext uri="{FF2B5EF4-FFF2-40B4-BE49-F238E27FC236}">
                <a16:creationId xmlns:a16="http://schemas.microsoft.com/office/drawing/2014/main" id="{50C1535E-AF3C-4299-86E4-AFA8DCE3252A}"/>
              </a:ext>
            </a:extLst>
          </p:cNvPr>
          <p:cNvSpPr/>
          <p:nvPr/>
        </p:nvSpPr>
        <p:spPr>
          <a:xfrm>
            <a:off x="7030204" y="776080"/>
            <a:ext cx="198000" cy="198000"/>
          </a:xfrm>
          <a:prstGeom prst="rect">
            <a:avLst/>
          </a:prstGeom>
          <a:solidFill>
            <a:srgbClr val="98BE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AA9B"/>
              </a:solidFill>
            </a:endParaRPr>
          </a:p>
        </p:txBody>
      </p:sp>
      <p:sp>
        <p:nvSpPr>
          <p:cNvPr id="14" name="Google Shape;225;p25">
            <a:extLst>
              <a:ext uri="{FF2B5EF4-FFF2-40B4-BE49-F238E27FC236}">
                <a16:creationId xmlns:a16="http://schemas.microsoft.com/office/drawing/2014/main" id="{9C834A09-6607-4FAC-B901-DFF56A22AE84}"/>
              </a:ext>
            </a:extLst>
          </p:cNvPr>
          <p:cNvSpPr/>
          <p:nvPr/>
        </p:nvSpPr>
        <p:spPr>
          <a:xfrm>
            <a:off x="6710898" y="776080"/>
            <a:ext cx="198000" cy="198000"/>
          </a:xfrm>
          <a:prstGeom prst="rect">
            <a:avLst/>
          </a:prstGeom>
          <a:solidFill>
            <a:srgbClr val="EF46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24;p25">
            <a:extLst>
              <a:ext uri="{FF2B5EF4-FFF2-40B4-BE49-F238E27FC236}">
                <a16:creationId xmlns:a16="http://schemas.microsoft.com/office/drawing/2014/main" id="{4E934142-8163-49BB-B175-903FD8BB36A3}"/>
              </a:ext>
            </a:extLst>
          </p:cNvPr>
          <p:cNvSpPr/>
          <p:nvPr/>
        </p:nvSpPr>
        <p:spPr>
          <a:xfrm>
            <a:off x="6384448" y="776080"/>
            <a:ext cx="198000" cy="198000"/>
          </a:xfrm>
          <a:prstGeom prst="rect">
            <a:avLst/>
          </a:prstGeom>
          <a:solidFill>
            <a:srgbClr val="42A3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AA9B"/>
              </a:solidFill>
            </a:endParaRPr>
          </a:p>
        </p:txBody>
      </p:sp>
      <p:sp>
        <p:nvSpPr>
          <p:cNvPr id="19" name="Rectangle 18">
            <a:extLst>
              <a:ext uri="{FF2B5EF4-FFF2-40B4-BE49-F238E27FC236}">
                <a16:creationId xmlns:a16="http://schemas.microsoft.com/office/drawing/2014/main" id="{96391A46-E587-4060-8C7F-A5331BC2C32B}"/>
              </a:ext>
            </a:extLst>
          </p:cNvPr>
          <p:cNvSpPr/>
          <p:nvPr/>
        </p:nvSpPr>
        <p:spPr>
          <a:xfrm>
            <a:off x="0" y="4764880"/>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L-Shape 16">
            <a:extLst>
              <a:ext uri="{FF2B5EF4-FFF2-40B4-BE49-F238E27FC236}">
                <a16:creationId xmlns:a16="http://schemas.microsoft.com/office/drawing/2014/main" id="{8BD42EDA-BABD-4FBF-8021-03D895FC8DC5}"/>
              </a:ext>
            </a:extLst>
          </p:cNvPr>
          <p:cNvSpPr/>
          <p:nvPr/>
        </p:nvSpPr>
        <p:spPr>
          <a:xfrm rot="10800000">
            <a:off x="8509883" y="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L-Shape 17">
            <a:extLst>
              <a:ext uri="{FF2B5EF4-FFF2-40B4-BE49-F238E27FC236}">
                <a16:creationId xmlns:a16="http://schemas.microsoft.com/office/drawing/2014/main" id="{8317E6B2-56A9-4D64-9470-C9C57F7D54FA}"/>
              </a:ext>
            </a:extLst>
          </p:cNvPr>
          <p:cNvSpPr/>
          <p:nvPr/>
        </p:nvSpPr>
        <p:spPr>
          <a:xfrm rot="10800000">
            <a:off x="8509883" y="444235"/>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L-Shape 20">
            <a:extLst>
              <a:ext uri="{FF2B5EF4-FFF2-40B4-BE49-F238E27FC236}">
                <a16:creationId xmlns:a16="http://schemas.microsoft.com/office/drawing/2014/main" id="{DE2A99EE-D5FD-4E1F-AD7F-8D74E850E5B5}"/>
              </a:ext>
            </a:extLst>
          </p:cNvPr>
          <p:cNvSpPr/>
          <p:nvPr/>
        </p:nvSpPr>
        <p:spPr>
          <a:xfrm rot="5400000">
            <a:off x="1575596" y="1578482"/>
            <a:ext cx="634117" cy="64425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Google Shape;460;p45">
            <a:extLst>
              <a:ext uri="{FF2B5EF4-FFF2-40B4-BE49-F238E27FC236}">
                <a16:creationId xmlns:a16="http://schemas.microsoft.com/office/drawing/2014/main" id="{36327026-A591-405D-AAD5-016E25626807}"/>
              </a:ext>
            </a:extLst>
          </p:cNvPr>
          <p:cNvSpPr txBox="1">
            <a:spLocks/>
          </p:cNvSpPr>
          <p:nvPr/>
        </p:nvSpPr>
        <p:spPr>
          <a:xfrm>
            <a:off x="2050590" y="1900607"/>
            <a:ext cx="7013553" cy="17172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4200"/>
              <a:buFont typeface="Anton"/>
              <a:buNone/>
              <a:defRPr sz="4800" b="0" i="0" u="none" strike="noStrike" cap="none">
                <a:solidFill>
                  <a:schemeClr val="dk2"/>
                </a:solidFill>
                <a:latin typeface="Anton"/>
                <a:ea typeface="Anton"/>
                <a:cs typeface="Anton"/>
                <a:sym typeface="Anton"/>
              </a:defRPr>
            </a:lvl1pPr>
            <a:lvl2pPr marR="0" lvl="1"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2pPr>
            <a:lvl3pPr marR="0" lvl="2"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3pPr>
            <a:lvl4pPr marR="0" lvl="3"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4pPr>
            <a:lvl5pPr marR="0" lvl="4"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5pPr>
            <a:lvl6pPr marR="0" lvl="5"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6pPr>
            <a:lvl7pPr marR="0" lvl="6"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7pPr>
            <a:lvl8pPr marR="0" lvl="7"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8pPr>
            <a:lvl9pPr marR="0" lvl="8"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9pPr>
          </a:lstStyle>
          <a:p>
            <a:r>
              <a:rPr lang="en-US" dirty="0">
                <a:solidFill>
                  <a:schemeClr val="lt1"/>
                </a:solidFill>
              </a:rPr>
              <a:t>CONCLUSION</a:t>
            </a:r>
          </a:p>
          <a:p>
            <a:r>
              <a:rPr lang="en-US" dirty="0"/>
              <a:t>    ET PERSPECTIVES</a:t>
            </a:r>
          </a:p>
        </p:txBody>
      </p:sp>
      <p:sp>
        <p:nvSpPr>
          <p:cNvPr id="23" name="L-Shape 22">
            <a:extLst>
              <a:ext uri="{FF2B5EF4-FFF2-40B4-BE49-F238E27FC236}">
                <a16:creationId xmlns:a16="http://schemas.microsoft.com/office/drawing/2014/main" id="{22F5C796-3BBB-4DEB-9A3A-A54F33A30DD9}"/>
              </a:ext>
            </a:extLst>
          </p:cNvPr>
          <p:cNvSpPr/>
          <p:nvPr/>
        </p:nvSpPr>
        <p:spPr>
          <a:xfrm rot="16200000">
            <a:off x="6251567" y="3295681"/>
            <a:ext cx="634117" cy="64425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E6DFD298-088C-4578-AE61-86AE21B10905}"/>
              </a:ext>
            </a:extLst>
          </p:cNvPr>
          <p:cNvSpPr txBox="1"/>
          <p:nvPr/>
        </p:nvSpPr>
        <p:spPr>
          <a:xfrm>
            <a:off x="371462" y="4864820"/>
            <a:ext cx="413746" cy="261610"/>
          </a:xfrm>
          <a:prstGeom prst="rect">
            <a:avLst/>
          </a:prstGeom>
          <a:noFill/>
        </p:spPr>
        <p:txBody>
          <a:bodyPr wrap="square">
            <a:spAutoFit/>
          </a:bodyPr>
          <a:lstStyle/>
          <a:p>
            <a:pPr algn="r"/>
            <a:r>
              <a:rPr lang="fr-FR" sz="900" b="1" dirty="0">
                <a:solidFill>
                  <a:srgbClr val="464646"/>
                </a:solidFill>
                <a:latin typeface="Calibri" panose="020F0502020204030204" pitchFamily="34" charset="0"/>
              </a:rPr>
              <a:t>24</a:t>
            </a:r>
            <a:r>
              <a:rPr lang="fr-FR" sz="1100" b="1" dirty="0">
                <a:solidFill>
                  <a:srgbClr val="0F4C81"/>
                </a:solidFill>
              </a:rPr>
              <a:t> |</a:t>
            </a:r>
            <a:endParaRPr lang="en-US" sz="900" dirty="0"/>
          </a:p>
        </p:txBody>
      </p:sp>
    </p:spTree>
    <p:extLst>
      <p:ext uri="{BB962C8B-B14F-4D97-AF65-F5344CB8AC3E}">
        <p14:creationId xmlns:p14="http://schemas.microsoft.com/office/powerpoint/2010/main" val="90461811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61"/>
                                        </p:tgtEl>
                                        <p:attrNameLst>
                                          <p:attrName>style.visibility</p:attrName>
                                        </p:attrNameLst>
                                      </p:cBhvr>
                                      <p:to>
                                        <p:strVal val="visible"/>
                                      </p:to>
                                    </p:set>
                                    <p:anim calcmode="lin" valueType="num">
                                      <p:cBhvr additive="base">
                                        <p:cTn id="7" dur="500" fill="hold"/>
                                        <p:tgtEl>
                                          <p:spTgt spid="461"/>
                                        </p:tgtEl>
                                        <p:attrNameLst>
                                          <p:attrName>ppt_x</p:attrName>
                                        </p:attrNameLst>
                                      </p:cBhvr>
                                      <p:tavLst>
                                        <p:tav tm="0">
                                          <p:val>
                                            <p:strVal val="#ppt_x"/>
                                          </p:val>
                                        </p:tav>
                                        <p:tav tm="100000">
                                          <p:val>
                                            <p:strVal val="#ppt_x"/>
                                          </p:val>
                                        </p:tav>
                                      </p:tavLst>
                                    </p:anim>
                                    <p:anim calcmode="lin" valueType="num">
                                      <p:cBhvr additive="base">
                                        <p:cTn id="8" dur="500" fill="hold"/>
                                        <p:tgtEl>
                                          <p:spTgt spid="46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ppt_x"/>
                                          </p:val>
                                        </p:tav>
                                        <p:tav tm="100000">
                                          <p:val>
                                            <p:strVal val="#ppt_x"/>
                                          </p:val>
                                        </p:tav>
                                      </p:tavLst>
                                    </p:anim>
                                    <p:anim calcmode="lin" valueType="num">
                                      <p:cBhvr additive="base">
                                        <p:cTn id="1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 grpId="0"/>
      <p:bldP spid="22"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AAEEDE-DD9C-4FEE-8B90-0D51A26616B6}"/>
              </a:ext>
            </a:extLst>
          </p:cNvPr>
          <p:cNvSpPr>
            <a:spLocks/>
          </p:cNvSpPr>
          <p:nvPr/>
        </p:nvSpPr>
        <p:spPr bwMode="auto">
          <a:xfrm>
            <a:off x="3747836" y="510952"/>
            <a:ext cx="133850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nchor="ctr">
            <a:spAutoFit/>
          </a:bodyPr>
          <a:lstStyle/>
          <a:p>
            <a:pPr algn="ctr"/>
            <a:r>
              <a:rPr lang="en-US" sz="16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rPr>
              <a:t>CONCLUSION</a:t>
            </a:r>
          </a:p>
        </p:txBody>
      </p:sp>
      <p:sp>
        <p:nvSpPr>
          <p:cNvPr id="3" name="Rectangle 1">
            <a:extLst>
              <a:ext uri="{FF2B5EF4-FFF2-40B4-BE49-F238E27FC236}">
                <a16:creationId xmlns:a16="http://schemas.microsoft.com/office/drawing/2014/main" id="{9B6C5C34-8B36-4CB4-816C-2FD87162A00B}"/>
              </a:ext>
            </a:extLst>
          </p:cNvPr>
          <p:cNvSpPr>
            <a:spLocks/>
          </p:cNvSpPr>
          <p:nvPr/>
        </p:nvSpPr>
        <p:spPr bwMode="auto">
          <a:xfrm>
            <a:off x="2929685" y="207034"/>
            <a:ext cx="2974810"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en-US" sz="1100" spc="82" dirty="0">
                <a:solidFill>
                  <a:schemeClr val="bg1">
                    <a:lumMod val="50000"/>
                  </a:schemeClr>
                </a:solidFill>
                <a:latin typeface="Source Sans Pro" charset="0"/>
                <a:ea typeface="Source Sans Pro" charset="0"/>
                <a:cs typeface="Source Sans Pro" charset="0"/>
                <a:sym typeface="Bebas Neue" charset="0"/>
              </a:rPr>
              <a:t>CONCLUSION ET PERSPECTIVES</a:t>
            </a:r>
          </a:p>
        </p:txBody>
      </p:sp>
      <p:sp>
        <p:nvSpPr>
          <p:cNvPr id="8" name="Rectangle 7">
            <a:extLst>
              <a:ext uri="{FF2B5EF4-FFF2-40B4-BE49-F238E27FC236}">
                <a16:creationId xmlns:a16="http://schemas.microsoft.com/office/drawing/2014/main" id="{54900096-3DC7-4382-BA76-8D9675062BDD}"/>
              </a:ext>
            </a:extLst>
          </p:cNvPr>
          <p:cNvSpPr/>
          <p:nvPr/>
        </p:nvSpPr>
        <p:spPr>
          <a:xfrm>
            <a:off x="0" y="4764880"/>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006E401-1BE0-4FA4-83B1-D6BC0B92A147}"/>
              </a:ext>
            </a:extLst>
          </p:cNvPr>
          <p:cNvSpPr txBox="1"/>
          <p:nvPr/>
        </p:nvSpPr>
        <p:spPr>
          <a:xfrm>
            <a:off x="290610" y="4807786"/>
            <a:ext cx="446351" cy="261610"/>
          </a:xfrm>
          <a:prstGeom prst="rect">
            <a:avLst/>
          </a:prstGeom>
          <a:noFill/>
        </p:spPr>
        <p:txBody>
          <a:bodyPr wrap="square">
            <a:spAutoFit/>
          </a:bodyPr>
          <a:lstStyle/>
          <a:p>
            <a:pPr algn="r"/>
            <a:r>
              <a:rPr lang="fr-FR" sz="900" b="1" dirty="0">
                <a:solidFill>
                  <a:srgbClr val="464646"/>
                </a:solidFill>
                <a:latin typeface="Calibri" panose="020F0502020204030204" pitchFamily="34" charset="0"/>
              </a:rPr>
              <a:t>25</a:t>
            </a:r>
            <a:r>
              <a:rPr lang="fr-FR" sz="1100" b="1" dirty="0">
                <a:solidFill>
                  <a:srgbClr val="0F4C81"/>
                </a:solidFill>
              </a:rPr>
              <a:t> |</a:t>
            </a:r>
            <a:r>
              <a:rPr lang="fr-FR" sz="900" b="1" i="0" u="none" strike="noStrike" dirty="0">
                <a:solidFill>
                  <a:srgbClr val="464646"/>
                </a:solidFill>
                <a:effectLst/>
                <a:latin typeface="Calibri" panose="020F0502020204030204" pitchFamily="34" charset="0"/>
              </a:rPr>
              <a:t> </a:t>
            </a:r>
            <a:endParaRPr lang="en-US" sz="900" dirty="0"/>
          </a:p>
        </p:txBody>
      </p:sp>
      <p:sp>
        <p:nvSpPr>
          <p:cNvPr id="10" name="L-Shape 9">
            <a:extLst>
              <a:ext uri="{FF2B5EF4-FFF2-40B4-BE49-F238E27FC236}">
                <a16:creationId xmlns:a16="http://schemas.microsoft.com/office/drawing/2014/main" id="{086CFE8D-0085-4476-955E-4EBE6734DF2C}"/>
              </a:ext>
            </a:extLst>
          </p:cNvPr>
          <p:cNvSpPr/>
          <p:nvPr/>
        </p:nvSpPr>
        <p:spPr>
          <a:xfrm rot="10800000">
            <a:off x="8509883" y="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L-Shape 10">
            <a:extLst>
              <a:ext uri="{FF2B5EF4-FFF2-40B4-BE49-F238E27FC236}">
                <a16:creationId xmlns:a16="http://schemas.microsoft.com/office/drawing/2014/main" id="{CA510B6E-92CE-41A2-AEA6-5C371CDD2187}"/>
              </a:ext>
            </a:extLst>
          </p:cNvPr>
          <p:cNvSpPr/>
          <p:nvPr/>
        </p:nvSpPr>
        <p:spPr>
          <a:xfrm rot="10800000">
            <a:off x="8509883" y="444235"/>
            <a:ext cx="190500" cy="190500"/>
          </a:xfrm>
          <a:prstGeom prst="corner">
            <a:avLst/>
          </a:prstGeom>
          <a:solidFill>
            <a:srgbClr val="419D3A"/>
          </a:solidFill>
          <a:ln>
            <a:solidFill>
              <a:srgbClr val="419D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F12E5E05-319F-47AB-81ED-1972308B8AE1}"/>
              </a:ext>
            </a:extLst>
          </p:cNvPr>
          <p:cNvSpPr/>
          <p:nvPr/>
        </p:nvSpPr>
        <p:spPr>
          <a:xfrm>
            <a:off x="8772538" y="4749282"/>
            <a:ext cx="371462" cy="378619"/>
          </a:xfrm>
          <a:prstGeom prst="rect">
            <a:avLst/>
          </a:prstGeom>
          <a:solidFill>
            <a:srgbClr val="EF4641"/>
          </a:solidFill>
          <a:ln>
            <a:solidFill>
              <a:srgbClr val="EF46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L-Shape 12">
            <a:extLst>
              <a:ext uri="{FF2B5EF4-FFF2-40B4-BE49-F238E27FC236}">
                <a16:creationId xmlns:a16="http://schemas.microsoft.com/office/drawing/2014/main" id="{8A516A4C-5D64-4D49-AD52-91BB9508CBC2}"/>
              </a:ext>
            </a:extLst>
          </p:cNvPr>
          <p:cNvSpPr/>
          <p:nvPr/>
        </p:nvSpPr>
        <p:spPr>
          <a:xfrm rot="5400000">
            <a:off x="5067" y="-5068"/>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L-Shape 13">
            <a:extLst>
              <a:ext uri="{FF2B5EF4-FFF2-40B4-BE49-F238E27FC236}">
                <a16:creationId xmlns:a16="http://schemas.microsoft.com/office/drawing/2014/main" id="{1FD260D8-B6E6-47FB-9A44-0E53AAB8997C}"/>
              </a:ext>
            </a:extLst>
          </p:cNvPr>
          <p:cNvSpPr/>
          <p:nvPr/>
        </p:nvSpPr>
        <p:spPr>
          <a:xfrm rot="5400000">
            <a:off x="454977" y="443616"/>
            <a:ext cx="190500" cy="190500"/>
          </a:xfrm>
          <a:prstGeom prst="corner">
            <a:avLst/>
          </a:prstGeom>
          <a:solidFill>
            <a:srgbClr val="419D3A"/>
          </a:solidFill>
          <a:ln>
            <a:solidFill>
              <a:srgbClr val="419D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ZoneTexte 8">
            <a:extLst>
              <a:ext uri="{FF2B5EF4-FFF2-40B4-BE49-F238E27FC236}">
                <a16:creationId xmlns:a16="http://schemas.microsoft.com/office/drawing/2014/main" id="{BD18C6E9-48F0-DCC6-88D7-5426E98C3FF8}"/>
              </a:ext>
            </a:extLst>
          </p:cNvPr>
          <p:cNvSpPr txBox="1"/>
          <p:nvPr/>
        </p:nvSpPr>
        <p:spPr>
          <a:xfrm>
            <a:off x="2763430" y="1041115"/>
            <a:ext cx="4831766" cy="707886"/>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000" b="1" dirty="0"/>
              <a:t> </a:t>
            </a:r>
            <a:r>
              <a:rPr lang="fr-FR" sz="2000" b="1" dirty="0"/>
              <a:t>Bonne occasion pour mieux connaitre le milieu des </a:t>
            </a:r>
            <a:r>
              <a:rPr lang="fr-FR" sz="2000" b="1" dirty="0" err="1"/>
              <a:t>societés</a:t>
            </a:r>
            <a:endParaRPr lang="fr-TN" sz="2000" b="1" dirty="0"/>
          </a:p>
        </p:txBody>
      </p:sp>
      <p:pic>
        <p:nvPicPr>
          <p:cNvPr id="6" name="Picture 5" descr="A picture containing screenshot, rectangle, clipart, square&#10;&#10;Description automatically generated">
            <a:extLst>
              <a:ext uri="{FF2B5EF4-FFF2-40B4-BE49-F238E27FC236}">
                <a16:creationId xmlns:a16="http://schemas.microsoft.com/office/drawing/2014/main" id="{C673FA7E-5861-324D-8028-9ABE61B77BD8}"/>
              </a:ext>
            </a:extLst>
          </p:cNvPr>
          <p:cNvPicPr>
            <a:picLocks noChangeAspect="1"/>
          </p:cNvPicPr>
          <p:nvPr/>
        </p:nvPicPr>
        <p:blipFill>
          <a:blip r:embed="rId3"/>
          <a:stretch>
            <a:fillRect/>
          </a:stretch>
        </p:blipFill>
        <p:spPr>
          <a:xfrm>
            <a:off x="1381995" y="843273"/>
            <a:ext cx="1043569" cy="1043569"/>
          </a:xfrm>
          <a:prstGeom prst="rect">
            <a:avLst/>
          </a:prstGeom>
        </p:spPr>
      </p:pic>
      <p:sp>
        <p:nvSpPr>
          <p:cNvPr id="7" name="ZoneTexte 8">
            <a:extLst>
              <a:ext uri="{FF2B5EF4-FFF2-40B4-BE49-F238E27FC236}">
                <a16:creationId xmlns:a16="http://schemas.microsoft.com/office/drawing/2014/main" id="{0B3CA818-69C8-0757-28A2-56F691E6FDE7}"/>
              </a:ext>
            </a:extLst>
          </p:cNvPr>
          <p:cNvSpPr txBox="1"/>
          <p:nvPr/>
        </p:nvSpPr>
        <p:spPr>
          <a:xfrm>
            <a:off x="2763430" y="2274091"/>
            <a:ext cx="5466170" cy="707886"/>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fr-FR" sz="2000" b="1" dirty="0"/>
              <a:t>Vivre une </a:t>
            </a:r>
            <a:r>
              <a:rPr lang="fr-FR" sz="2000" b="1" dirty="0" err="1"/>
              <a:t>expérence</a:t>
            </a:r>
            <a:r>
              <a:rPr lang="fr-FR" sz="2000" b="1" dirty="0"/>
              <a:t> professionnel dans lune société loin de la vie universitaire</a:t>
            </a:r>
            <a:endParaRPr lang="fr-TN" sz="2000" b="1" dirty="0"/>
          </a:p>
        </p:txBody>
      </p:sp>
      <p:pic>
        <p:nvPicPr>
          <p:cNvPr id="16" name="Picture 15" descr="A person running with a briefcase&#10;&#10;Description automatically generated with low confidence">
            <a:extLst>
              <a:ext uri="{FF2B5EF4-FFF2-40B4-BE49-F238E27FC236}">
                <a16:creationId xmlns:a16="http://schemas.microsoft.com/office/drawing/2014/main" id="{243302B0-0A2F-2F42-1BFD-FDC8CFE79E80}"/>
              </a:ext>
            </a:extLst>
          </p:cNvPr>
          <p:cNvPicPr>
            <a:picLocks noChangeAspect="1"/>
          </p:cNvPicPr>
          <p:nvPr/>
        </p:nvPicPr>
        <p:blipFill>
          <a:blip r:embed="rId4"/>
          <a:stretch>
            <a:fillRect/>
          </a:stretch>
        </p:blipFill>
        <p:spPr>
          <a:xfrm>
            <a:off x="1247912" y="2209819"/>
            <a:ext cx="1311734" cy="1043569"/>
          </a:xfrm>
          <a:prstGeom prst="rect">
            <a:avLst/>
          </a:prstGeom>
        </p:spPr>
      </p:pic>
      <p:sp>
        <p:nvSpPr>
          <p:cNvPr id="17" name="ZoneTexte 8">
            <a:extLst>
              <a:ext uri="{FF2B5EF4-FFF2-40B4-BE49-F238E27FC236}">
                <a16:creationId xmlns:a16="http://schemas.microsoft.com/office/drawing/2014/main" id="{B4F2AFDF-CB1A-DC64-CCD2-05E1BA037979}"/>
              </a:ext>
            </a:extLst>
          </p:cNvPr>
          <p:cNvSpPr txBox="1"/>
          <p:nvPr/>
        </p:nvSpPr>
        <p:spPr>
          <a:xfrm>
            <a:off x="2828085" y="3702275"/>
            <a:ext cx="5466170" cy="40011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fr-FR" sz="2000" b="1" dirty="0"/>
              <a:t>Amélioration de  notre niveau</a:t>
            </a:r>
            <a:endParaRPr lang="fr-TN" sz="2000" b="1" dirty="0"/>
          </a:p>
        </p:txBody>
      </p:sp>
      <p:pic>
        <p:nvPicPr>
          <p:cNvPr id="19" name="Picture 18" descr="A picture containing symbol, circle, graphics, logo&#10;&#10;Description automatically generated">
            <a:extLst>
              <a:ext uri="{FF2B5EF4-FFF2-40B4-BE49-F238E27FC236}">
                <a16:creationId xmlns:a16="http://schemas.microsoft.com/office/drawing/2014/main" id="{102BBA7D-D27E-85F7-2805-351884C93061}"/>
              </a:ext>
            </a:extLst>
          </p:cNvPr>
          <p:cNvPicPr>
            <a:picLocks noChangeAspect="1"/>
          </p:cNvPicPr>
          <p:nvPr/>
        </p:nvPicPr>
        <p:blipFill>
          <a:blip r:embed="rId5"/>
          <a:stretch>
            <a:fillRect/>
          </a:stretch>
        </p:blipFill>
        <p:spPr>
          <a:xfrm>
            <a:off x="1314632" y="3569021"/>
            <a:ext cx="1178293" cy="941025"/>
          </a:xfrm>
          <a:prstGeom prst="rect">
            <a:avLst/>
          </a:prstGeom>
        </p:spPr>
      </p:pic>
    </p:spTree>
    <p:extLst>
      <p:ext uri="{BB962C8B-B14F-4D97-AF65-F5344CB8AC3E}">
        <p14:creationId xmlns:p14="http://schemas.microsoft.com/office/powerpoint/2010/main" val="199132897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500" fill="hold"/>
                                        <p:tgtEl>
                                          <p:spTgt spid="16"/>
                                        </p:tgtEl>
                                        <p:attrNameLst>
                                          <p:attrName>ppt_x</p:attrName>
                                        </p:attrNameLst>
                                      </p:cBhvr>
                                      <p:tavLst>
                                        <p:tav tm="0">
                                          <p:val>
                                            <p:strVal val="#ppt_x"/>
                                          </p:val>
                                        </p:tav>
                                        <p:tav tm="100000">
                                          <p:val>
                                            <p:strVal val="#ppt_x"/>
                                          </p:val>
                                        </p:tav>
                                      </p:tavLst>
                                    </p:anim>
                                    <p:anim calcmode="lin" valueType="num">
                                      <p:cBhvr additive="base">
                                        <p:cTn id="18" dur="500" fill="hold"/>
                                        <p:tgtEl>
                                          <p:spTgt spid="16"/>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 calcmode="lin" valueType="num">
                                      <p:cBhvr additive="base">
                                        <p:cTn id="27" dur="500" fill="hold"/>
                                        <p:tgtEl>
                                          <p:spTgt spid="19"/>
                                        </p:tgtEl>
                                        <p:attrNameLst>
                                          <p:attrName>ppt_x</p:attrName>
                                        </p:attrNameLst>
                                      </p:cBhvr>
                                      <p:tavLst>
                                        <p:tav tm="0">
                                          <p:val>
                                            <p:strVal val="#ppt_x"/>
                                          </p:val>
                                        </p:tav>
                                        <p:tav tm="100000">
                                          <p:val>
                                            <p:strVal val="#ppt_x"/>
                                          </p:val>
                                        </p:tav>
                                      </p:tavLst>
                                    </p:anim>
                                    <p:anim calcmode="lin" valueType="num">
                                      <p:cBhvr additive="base">
                                        <p:cTn id="28" dur="500" fill="hold"/>
                                        <p:tgtEl>
                                          <p:spTgt spid="19"/>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500" fill="hold"/>
                                        <p:tgtEl>
                                          <p:spTgt spid="17"/>
                                        </p:tgtEl>
                                        <p:attrNameLst>
                                          <p:attrName>ppt_x</p:attrName>
                                        </p:attrNameLst>
                                      </p:cBhvr>
                                      <p:tavLst>
                                        <p:tav tm="0">
                                          <p:val>
                                            <p:strVal val="#ppt_x"/>
                                          </p:val>
                                        </p:tav>
                                        <p:tav tm="100000">
                                          <p:val>
                                            <p:strVal val="#ppt_x"/>
                                          </p:val>
                                        </p:tav>
                                      </p:tavLst>
                                    </p:anim>
                                    <p:anim calcmode="lin" valueType="num">
                                      <p:cBhvr additive="base">
                                        <p:cTn id="3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AAEEDE-DD9C-4FEE-8B90-0D51A26616B6}"/>
              </a:ext>
            </a:extLst>
          </p:cNvPr>
          <p:cNvSpPr>
            <a:spLocks/>
          </p:cNvSpPr>
          <p:nvPr/>
        </p:nvSpPr>
        <p:spPr bwMode="auto">
          <a:xfrm>
            <a:off x="3873892" y="510952"/>
            <a:ext cx="139621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nchor="ctr">
            <a:spAutoFit/>
          </a:bodyPr>
          <a:lstStyle/>
          <a:p>
            <a:pPr algn="ctr"/>
            <a:r>
              <a:rPr lang="en-US" sz="16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rPr>
              <a:t>PERSPECTIVES</a:t>
            </a:r>
          </a:p>
        </p:txBody>
      </p:sp>
      <p:sp>
        <p:nvSpPr>
          <p:cNvPr id="3" name="Rectangle 1">
            <a:extLst>
              <a:ext uri="{FF2B5EF4-FFF2-40B4-BE49-F238E27FC236}">
                <a16:creationId xmlns:a16="http://schemas.microsoft.com/office/drawing/2014/main" id="{9B6C5C34-8B36-4CB4-816C-2FD87162A00B}"/>
              </a:ext>
            </a:extLst>
          </p:cNvPr>
          <p:cNvSpPr>
            <a:spLocks/>
          </p:cNvSpPr>
          <p:nvPr/>
        </p:nvSpPr>
        <p:spPr bwMode="auto">
          <a:xfrm>
            <a:off x="3003576" y="205552"/>
            <a:ext cx="2974810"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en-US" sz="1100" spc="82" dirty="0">
                <a:solidFill>
                  <a:schemeClr val="bg1">
                    <a:lumMod val="50000"/>
                  </a:schemeClr>
                </a:solidFill>
                <a:latin typeface="Source Sans Pro" charset="0"/>
                <a:ea typeface="Source Sans Pro" charset="0"/>
                <a:cs typeface="Source Sans Pro" charset="0"/>
                <a:sym typeface="Bebas Neue" charset="0"/>
              </a:rPr>
              <a:t>CONCLUSION ET PERSPECTIVES</a:t>
            </a:r>
          </a:p>
        </p:txBody>
      </p:sp>
      <p:sp>
        <p:nvSpPr>
          <p:cNvPr id="8" name="Rectangle 7">
            <a:extLst>
              <a:ext uri="{FF2B5EF4-FFF2-40B4-BE49-F238E27FC236}">
                <a16:creationId xmlns:a16="http://schemas.microsoft.com/office/drawing/2014/main" id="{54900096-3DC7-4382-BA76-8D9675062BDD}"/>
              </a:ext>
            </a:extLst>
          </p:cNvPr>
          <p:cNvSpPr/>
          <p:nvPr/>
        </p:nvSpPr>
        <p:spPr>
          <a:xfrm>
            <a:off x="0" y="4764880"/>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006E401-1BE0-4FA4-83B1-D6BC0B92A147}"/>
              </a:ext>
            </a:extLst>
          </p:cNvPr>
          <p:cNvSpPr txBox="1"/>
          <p:nvPr/>
        </p:nvSpPr>
        <p:spPr>
          <a:xfrm>
            <a:off x="225957" y="4807786"/>
            <a:ext cx="483296" cy="261610"/>
          </a:xfrm>
          <a:prstGeom prst="rect">
            <a:avLst/>
          </a:prstGeom>
          <a:noFill/>
        </p:spPr>
        <p:txBody>
          <a:bodyPr wrap="square">
            <a:spAutoFit/>
          </a:bodyPr>
          <a:lstStyle/>
          <a:p>
            <a:pPr algn="r"/>
            <a:r>
              <a:rPr lang="fr-FR" sz="900" b="1" dirty="0">
                <a:solidFill>
                  <a:srgbClr val="464646"/>
                </a:solidFill>
                <a:latin typeface="Calibri" panose="020F0502020204030204" pitchFamily="34" charset="0"/>
              </a:rPr>
              <a:t>26</a:t>
            </a:r>
            <a:r>
              <a:rPr lang="fr-FR" sz="1100" b="1" dirty="0">
                <a:solidFill>
                  <a:srgbClr val="0F4C81"/>
                </a:solidFill>
              </a:rPr>
              <a:t> |</a:t>
            </a:r>
            <a:endParaRPr lang="en-US" sz="900" dirty="0"/>
          </a:p>
        </p:txBody>
      </p:sp>
      <p:sp>
        <p:nvSpPr>
          <p:cNvPr id="10" name="L-Shape 9">
            <a:extLst>
              <a:ext uri="{FF2B5EF4-FFF2-40B4-BE49-F238E27FC236}">
                <a16:creationId xmlns:a16="http://schemas.microsoft.com/office/drawing/2014/main" id="{086CFE8D-0085-4476-955E-4EBE6734DF2C}"/>
              </a:ext>
            </a:extLst>
          </p:cNvPr>
          <p:cNvSpPr/>
          <p:nvPr/>
        </p:nvSpPr>
        <p:spPr>
          <a:xfrm rot="10800000">
            <a:off x="8509883" y="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L-Shape 10">
            <a:extLst>
              <a:ext uri="{FF2B5EF4-FFF2-40B4-BE49-F238E27FC236}">
                <a16:creationId xmlns:a16="http://schemas.microsoft.com/office/drawing/2014/main" id="{CA510B6E-92CE-41A2-AEA6-5C371CDD2187}"/>
              </a:ext>
            </a:extLst>
          </p:cNvPr>
          <p:cNvSpPr/>
          <p:nvPr/>
        </p:nvSpPr>
        <p:spPr>
          <a:xfrm rot="10800000">
            <a:off x="8509883" y="444235"/>
            <a:ext cx="190500" cy="190500"/>
          </a:xfrm>
          <a:prstGeom prst="corner">
            <a:avLst/>
          </a:prstGeom>
          <a:solidFill>
            <a:srgbClr val="419D3A"/>
          </a:solidFill>
          <a:ln>
            <a:solidFill>
              <a:srgbClr val="419D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F12E5E05-319F-47AB-81ED-1972308B8AE1}"/>
              </a:ext>
            </a:extLst>
          </p:cNvPr>
          <p:cNvSpPr/>
          <p:nvPr/>
        </p:nvSpPr>
        <p:spPr>
          <a:xfrm>
            <a:off x="8772538" y="4749282"/>
            <a:ext cx="371462" cy="378619"/>
          </a:xfrm>
          <a:prstGeom prst="rect">
            <a:avLst/>
          </a:prstGeom>
          <a:solidFill>
            <a:srgbClr val="EF4641"/>
          </a:solidFill>
          <a:ln>
            <a:solidFill>
              <a:srgbClr val="EF46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L-Shape 12">
            <a:extLst>
              <a:ext uri="{FF2B5EF4-FFF2-40B4-BE49-F238E27FC236}">
                <a16:creationId xmlns:a16="http://schemas.microsoft.com/office/drawing/2014/main" id="{8A516A4C-5D64-4D49-AD52-91BB9508CBC2}"/>
              </a:ext>
            </a:extLst>
          </p:cNvPr>
          <p:cNvSpPr/>
          <p:nvPr/>
        </p:nvSpPr>
        <p:spPr>
          <a:xfrm rot="5400000">
            <a:off x="5067" y="-5068"/>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L-Shape 13">
            <a:extLst>
              <a:ext uri="{FF2B5EF4-FFF2-40B4-BE49-F238E27FC236}">
                <a16:creationId xmlns:a16="http://schemas.microsoft.com/office/drawing/2014/main" id="{1FD260D8-B6E6-47FB-9A44-0E53AAB8997C}"/>
              </a:ext>
            </a:extLst>
          </p:cNvPr>
          <p:cNvSpPr/>
          <p:nvPr/>
        </p:nvSpPr>
        <p:spPr>
          <a:xfrm rot="5400000">
            <a:off x="454977" y="443616"/>
            <a:ext cx="190500" cy="190500"/>
          </a:xfrm>
          <a:prstGeom prst="corner">
            <a:avLst/>
          </a:prstGeom>
          <a:solidFill>
            <a:srgbClr val="419D3A"/>
          </a:solidFill>
          <a:ln>
            <a:solidFill>
              <a:srgbClr val="419D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Picture 15" descr="A picture containing screenshot, graphics, design&#10;&#10;Description automatically generated">
            <a:extLst>
              <a:ext uri="{FF2B5EF4-FFF2-40B4-BE49-F238E27FC236}">
                <a16:creationId xmlns:a16="http://schemas.microsoft.com/office/drawing/2014/main" id="{D49B561E-8115-8841-A483-6CCD41268128}"/>
              </a:ext>
            </a:extLst>
          </p:cNvPr>
          <p:cNvPicPr>
            <a:picLocks noChangeAspect="1"/>
          </p:cNvPicPr>
          <p:nvPr/>
        </p:nvPicPr>
        <p:blipFill>
          <a:blip r:embed="rId3"/>
          <a:stretch>
            <a:fillRect/>
          </a:stretch>
        </p:blipFill>
        <p:spPr>
          <a:xfrm>
            <a:off x="3440935" y="1452657"/>
            <a:ext cx="2262129" cy="1962218"/>
          </a:xfrm>
          <a:prstGeom prst="rect">
            <a:avLst/>
          </a:prstGeom>
        </p:spPr>
      </p:pic>
      <p:pic>
        <p:nvPicPr>
          <p:cNvPr id="18" name="Picture 17" descr="A picture containing black, darkness&#10;&#10;Description automatically generated">
            <a:extLst>
              <a:ext uri="{FF2B5EF4-FFF2-40B4-BE49-F238E27FC236}">
                <a16:creationId xmlns:a16="http://schemas.microsoft.com/office/drawing/2014/main" id="{E9EBD49F-F9C4-D894-4802-2F30FA9E5DDC}"/>
              </a:ext>
            </a:extLst>
          </p:cNvPr>
          <p:cNvPicPr>
            <a:picLocks noChangeAspect="1"/>
          </p:cNvPicPr>
          <p:nvPr/>
        </p:nvPicPr>
        <p:blipFill>
          <a:blip r:embed="rId4"/>
          <a:stretch>
            <a:fillRect/>
          </a:stretch>
        </p:blipFill>
        <p:spPr>
          <a:xfrm>
            <a:off x="725718" y="1232391"/>
            <a:ext cx="2099356" cy="2099356"/>
          </a:xfrm>
          <a:prstGeom prst="rect">
            <a:avLst/>
          </a:prstGeom>
        </p:spPr>
      </p:pic>
      <p:pic>
        <p:nvPicPr>
          <p:cNvPr id="20" name="Picture 19" descr="A magnifying glass with graph and arrow&#10;&#10;Description automatically generated with medium confidence">
            <a:extLst>
              <a:ext uri="{FF2B5EF4-FFF2-40B4-BE49-F238E27FC236}">
                <a16:creationId xmlns:a16="http://schemas.microsoft.com/office/drawing/2014/main" id="{7044F802-F803-AEF9-0A90-9575650592DA}"/>
              </a:ext>
            </a:extLst>
          </p:cNvPr>
          <p:cNvPicPr>
            <a:picLocks noChangeAspect="1"/>
          </p:cNvPicPr>
          <p:nvPr/>
        </p:nvPicPr>
        <p:blipFill>
          <a:blip r:embed="rId5"/>
          <a:stretch>
            <a:fillRect/>
          </a:stretch>
        </p:blipFill>
        <p:spPr>
          <a:xfrm>
            <a:off x="6396956" y="1310421"/>
            <a:ext cx="2021326" cy="2021326"/>
          </a:xfrm>
          <a:prstGeom prst="rect">
            <a:avLst/>
          </a:prstGeom>
        </p:spPr>
      </p:pic>
      <p:sp>
        <p:nvSpPr>
          <p:cNvPr id="15" name="ZoneTexte 8">
            <a:extLst>
              <a:ext uri="{FF2B5EF4-FFF2-40B4-BE49-F238E27FC236}">
                <a16:creationId xmlns:a16="http://schemas.microsoft.com/office/drawing/2014/main" id="{A7FF0B02-B036-D138-FC10-AAE6C0D14368}"/>
              </a:ext>
            </a:extLst>
          </p:cNvPr>
          <p:cNvSpPr txBox="1"/>
          <p:nvPr/>
        </p:nvSpPr>
        <p:spPr>
          <a:xfrm>
            <a:off x="467605" y="3618721"/>
            <a:ext cx="2077741" cy="646331"/>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800" b="1" dirty="0"/>
              <a:t>Production de </a:t>
            </a:r>
            <a:r>
              <a:rPr lang="en-US" sz="1800" b="1" dirty="0" err="1"/>
              <a:t>données</a:t>
            </a:r>
            <a:endParaRPr lang="fr-TN" sz="1800" b="1" dirty="0"/>
          </a:p>
        </p:txBody>
      </p:sp>
      <p:sp>
        <p:nvSpPr>
          <p:cNvPr id="17" name="ZoneTexte 8">
            <a:extLst>
              <a:ext uri="{FF2B5EF4-FFF2-40B4-BE49-F238E27FC236}">
                <a16:creationId xmlns:a16="http://schemas.microsoft.com/office/drawing/2014/main" id="{66097C63-FC95-48C0-7DD4-3D5A1E7F6813}"/>
              </a:ext>
            </a:extLst>
          </p:cNvPr>
          <p:cNvSpPr txBox="1"/>
          <p:nvPr/>
        </p:nvSpPr>
        <p:spPr>
          <a:xfrm>
            <a:off x="3533128" y="3607547"/>
            <a:ext cx="2077741" cy="646331"/>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800" b="1" dirty="0"/>
              <a:t>Collection de </a:t>
            </a:r>
            <a:r>
              <a:rPr lang="en-US" sz="1800" b="1" dirty="0" err="1"/>
              <a:t>données</a:t>
            </a:r>
            <a:endParaRPr lang="fr-TN" sz="1800" b="1" dirty="0"/>
          </a:p>
        </p:txBody>
      </p:sp>
      <p:sp>
        <p:nvSpPr>
          <p:cNvPr id="19" name="ZoneTexte 8">
            <a:extLst>
              <a:ext uri="{FF2B5EF4-FFF2-40B4-BE49-F238E27FC236}">
                <a16:creationId xmlns:a16="http://schemas.microsoft.com/office/drawing/2014/main" id="{68777D77-30EB-4512-9740-4218D281C905}"/>
              </a:ext>
            </a:extLst>
          </p:cNvPr>
          <p:cNvSpPr txBox="1"/>
          <p:nvPr/>
        </p:nvSpPr>
        <p:spPr>
          <a:xfrm>
            <a:off x="6155349" y="3618719"/>
            <a:ext cx="2077741" cy="646331"/>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800" b="1" dirty="0" err="1"/>
              <a:t>Analyse</a:t>
            </a:r>
            <a:r>
              <a:rPr lang="en-US" sz="1800" b="1" dirty="0"/>
              <a:t> de </a:t>
            </a:r>
            <a:r>
              <a:rPr lang="en-US" sz="1800" b="1" dirty="0" err="1"/>
              <a:t>données</a:t>
            </a:r>
            <a:endParaRPr lang="fr-TN" sz="1800" b="1" dirty="0"/>
          </a:p>
        </p:txBody>
      </p:sp>
    </p:spTree>
    <p:extLst>
      <p:ext uri="{BB962C8B-B14F-4D97-AF65-F5344CB8AC3E}">
        <p14:creationId xmlns:p14="http://schemas.microsoft.com/office/powerpoint/2010/main" val="294002849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ppt_x"/>
                                          </p:val>
                                        </p:tav>
                                        <p:tav tm="100000">
                                          <p:val>
                                            <p:strVal val="#ppt_x"/>
                                          </p:val>
                                        </p:tav>
                                      </p:tavLst>
                                    </p:anim>
                                    <p:anim calcmode="lin" valueType="num">
                                      <p:cBhvr additive="base">
                                        <p:cTn id="1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500" fill="hold"/>
                                        <p:tgtEl>
                                          <p:spTgt spid="16"/>
                                        </p:tgtEl>
                                        <p:attrNameLst>
                                          <p:attrName>ppt_x</p:attrName>
                                        </p:attrNameLst>
                                      </p:cBhvr>
                                      <p:tavLst>
                                        <p:tav tm="0">
                                          <p:val>
                                            <p:strVal val="#ppt_x"/>
                                          </p:val>
                                        </p:tav>
                                        <p:tav tm="100000">
                                          <p:val>
                                            <p:strVal val="#ppt_x"/>
                                          </p:val>
                                        </p:tav>
                                      </p:tavLst>
                                    </p:anim>
                                    <p:anim calcmode="lin" valueType="num">
                                      <p:cBhvr additive="base">
                                        <p:cTn id="18" dur="500" fill="hold"/>
                                        <p:tgtEl>
                                          <p:spTgt spid="16"/>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additive="base">
                                        <p:cTn id="21" dur="500" fill="hold"/>
                                        <p:tgtEl>
                                          <p:spTgt spid="17"/>
                                        </p:tgtEl>
                                        <p:attrNameLst>
                                          <p:attrName>ppt_x</p:attrName>
                                        </p:attrNameLst>
                                      </p:cBhvr>
                                      <p:tavLst>
                                        <p:tav tm="0">
                                          <p:val>
                                            <p:strVal val="#ppt_x"/>
                                          </p:val>
                                        </p:tav>
                                        <p:tav tm="100000">
                                          <p:val>
                                            <p:strVal val="#ppt_x"/>
                                          </p:val>
                                        </p:tav>
                                      </p:tavLst>
                                    </p:anim>
                                    <p:anim calcmode="lin" valueType="num">
                                      <p:cBhvr additive="base">
                                        <p:cTn id="2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 calcmode="lin" valueType="num">
                                      <p:cBhvr additive="base">
                                        <p:cTn id="27" dur="500" fill="hold"/>
                                        <p:tgtEl>
                                          <p:spTgt spid="20"/>
                                        </p:tgtEl>
                                        <p:attrNameLst>
                                          <p:attrName>ppt_x</p:attrName>
                                        </p:attrNameLst>
                                      </p:cBhvr>
                                      <p:tavLst>
                                        <p:tav tm="0">
                                          <p:val>
                                            <p:strVal val="#ppt_x"/>
                                          </p:val>
                                        </p:tav>
                                        <p:tav tm="100000">
                                          <p:val>
                                            <p:strVal val="#ppt_x"/>
                                          </p:val>
                                        </p:tav>
                                      </p:tavLst>
                                    </p:anim>
                                    <p:anim calcmode="lin" valueType="num">
                                      <p:cBhvr additive="base">
                                        <p:cTn id="28" dur="500" fill="hold"/>
                                        <p:tgtEl>
                                          <p:spTgt spid="20"/>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anim calcmode="lin" valueType="num">
                                      <p:cBhvr additive="base">
                                        <p:cTn id="31" dur="500" fill="hold"/>
                                        <p:tgtEl>
                                          <p:spTgt spid="19"/>
                                        </p:tgtEl>
                                        <p:attrNameLst>
                                          <p:attrName>ppt_x</p:attrName>
                                        </p:attrNameLst>
                                      </p:cBhvr>
                                      <p:tavLst>
                                        <p:tav tm="0">
                                          <p:val>
                                            <p:strVal val="#ppt_x"/>
                                          </p:val>
                                        </p:tav>
                                        <p:tav tm="100000">
                                          <p:val>
                                            <p:strVal val="#ppt_x"/>
                                          </p:val>
                                        </p:tav>
                                      </p:tavLst>
                                    </p:anim>
                                    <p:anim calcmode="lin" valueType="num">
                                      <p:cBhvr additive="base">
                                        <p:cTn id="3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P spid="1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8" name="TextBox 7">
            <a:extLst>
              <a:ext uri="{FF2B5EF4-FFF2-40B4-BE49-F238E27FC236}">
                <a16:creationId xmlns:a16="http://schemas.microsoft.com/office/drawing/2014/main" id="{6942CDE1-FC49-4CE7-82BF-23D80A8CA9F3}"/>
              </a:ext>
            </a:extLst>
          </p:cNvPr>
          <p:cNvSpPr txBox="1"/>
          <p:nvPr/>
        </p:nvSpPr>
        <p:spPr>
          <a:xfrm>
            <a:off x="2730810" y="1516865"/>
            <a:ext cx="3071867" cy="1369606"/>
          </a:xfrm>
          <a:prstGeom prst="rect">
            <a:avLst/>
          </a:prstGeom>
          <a:noFill/>
        </p:spPr>
        <p:txBody>
          <a:bodyPr wrap="none" rtlCol="0">
            <a:spAutoFit/>
          </a:bodyPr>
          <a:lstStyle/>
          <a:p>
            <a:r>
              <a:rPr lang="en-US" sz="8300" b="1" dirty="0">
                <a:latin typeface="Lato Black" charset="0"/>
                <a:ea typeface="Lato Black" charset="0"/>
                <a:cs typeface="Lato Black" charset="0"/>
              </a:rPr>
              <a:t>MERCI</a:t>
            </a:r>
          </a:p>
        </p:txBody>
      </p:sp>
      <p:sp>
        <p:nvSpPr>
          <p:cNvPr id="10" name="TextBox 9">
            <a:extLst>
              <a:ext uri="{FF2B5EF4-FFF2-40B4-BE49-F238E27FC236}">
                <a16:creationId xmlns:a16="http://schemas.microsoft.com/office/drawing/2014/main" id="{AF0283F7-A917-48ED-909B-92905F25B83A}"/>
              </a:ext>
            </a:extLst>
          </p:cNvPr>
          <p:cNvSpPr txBox="1"/>
          <p:nvPr/>
        </p:nvSpPr>
        <p:spPr>
          <a:xfrm>
            <a:off x="635010" y="2844858"/>
            <a:ext cx="7659469" cy="830997"/>
          </a:xfrm>
          <a:prstGeom prst="rect">
            <a:avLst/>
          </a:prstGeom>
          <a:noFill/>
        </p:spPr>
        <p:txBody>
          <a:bodyPr wrap="none" rtlCol="0">
            <a:spAutoFit/>
          </a:bodyPr>
          <a:lstStyle/>
          <a:p>
            <a:r>
              <a:rPr lang="en-US" sz="4800" b="1" dirty="0">
                <a:solidFill>
                  <a:srgbClr val="0F4C81"/>
                </a:solidFill>
                <a:latin typeface="Lato Black" charset="0"/>
                <a:ea typeface="Lato Black" charset="0"/>
                <a:cs typeface="Lato Black" charset="0"/>
              </a:rPr>
              <a:t>POUR VOTRE ATTENTION</a:t>
            </a:r>
          </a:p>
        </p:txBody>
      </p:sp>
      <p:sp>
        <p:nvSpPr>
          <p:cNvPr id="11" name="Google Shape;223;p25">
            <a:extLst>
              <a:ext uri="{FF2B5EF4-FFF2-40B4-BE49-F238E27FC236}">
                <a16:creationId xmlns:a16="http://schemas.microsoft.com/office/drawing/2014/main" id="{D28B076F-9450-4121-8F37-2E104262EA5C}"/>
              </a:ext>
            </a:extLst>
          </p:cNvPr>
          <p:cNvSpPr/>
          <p:nvPr/>
        </p:nvSpPr>
        <p:spPr>
          <a:xfrm>
            <a:off x="5096005" y="712873"/>
            <a:ext cx="198000" cy="198000"/>
          </a:xfrm>
          <a:prstGeom prst="rect">
            <a:avLst/>
          </a:prstGeom>
          <a:solidFill>
            <a:srgbClr val="0F4C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F4C81"/>
              </a:solidFill>
            </a:endParaRPr>
          </a:p>
        </p:txBody>
      </p:sp>
      <p:sp>
        <p:nvSpPr>
          <p:cNvPr id="12" name="Google Shape;224;p25">
            <a:extLst>
              <a:ext uri="{FF2B5EF4-FFF2-40B4-BE49-F238E27FC236}">
                <a16:creationId xmlns:a16="http://schemas.microsoft.com/office/drawing/2014/main" id="{55DB1048-912B-4198-8DCE-459719FE2985}"/>
              </a:ext>
            </a:extLst>
          </p:cNvPr>
          <p:cNvSpPr/>
          <p:nvPr/>
        </p:nvSpPr>
        <p:spPr>
          <a:xfrm>
            <a:off x="4676024" y="712873"/>
            <a:ext cx="198000" cy="198000"/>
          </a:xfrm>
          <a:prstGeom prst="rect">
            <a:avLst/>
          </a:prstGeom>
          <a:solidFill>
            <a:srgbClr val="98BE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AA9B"/>
              </a:solidFill>
            </a:endParaRPr>
          </a:p>
        </p:txBody>
      </p:sp>
      <p:sp>
        <p:nvSpPr>
          <p:cNvPr id="13" name="Google Shape;225;p25">
            <a:extLst>
              <a:ext uri="{FF2B5EF4-FFF2-40B4-BE49-F238E27FC236}">
                <a16:creationId xmlns:a16="http://schemas.microsoft.com/office/drawing/2014/main" id="{851C6731-7112-45E3-B018-05A096E74A65}"/>
              </a:ext>
            </a:extLst>
          </p:cNvPr>
          <p:cNvSpPr/>
          <p:nvPr/>
        </p:nvSpPr>
        <p:spPr>
          <a:xfrm>
            <a:off x="4266744" y="734209"/>
            <a:ext cx="198000" cy="198000"/>
          </a:xfrm>
          <a:prstGeom prst="rect">
            <a:avLst/>
          </a:prstGeom>
          <a:solidFill>
            <a:srgbClr val="EF46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24;p25">
            <a:extLst>
              <a:ext uri="{FF2B5EF4-FFF2-40B4-BE49-F238E27FC236}">
                <a16:creationId xmlns:a16="http://schemas.microsoft.com/office/drawing/2014/main" id="{CBC58D7A-646C-43B9-8320-AAF39E71BAE2}"/>
              </a:ext>
            </a:extLst>
          </p:cNvPr>
          <p:cNvSpPr/>
          <p:nvPr/>
        </p:nvSpPr>
        <p:spPr>
          <a:xfrm>
            <a:off x="3857464" y="712873"/>
            <a:ext cx="198000" cy="198000"/>
          </a:xfrm>
          <a:prstGeom prst="rect">
            <a:avLst/>
          </a:prstGeom>
          <a:solidFill>
            <a:srgbClr val="42A3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AA9B"/>
              </a:solidFill>
            </a:endParaRPr>
          </a:p>
        </p:txBody>
      </p:sp>
      <p:sp>
        <p:nvSpPr>
          <p:cNvPr id="15" name="Rectangle 14">
            <a:extLst>
              <a:ext uri="{FF2B5EF4-FFF2-40B4-BE49-F238E27FC236}">
                <a16:creationId xmlns:a16="http://schemas.microsoft.com/office/drawing/2014/main" id="{83D4BD8D-98CF-42E3-8C8A-EF32167A1CB5}"/>
              </a:ext>
            </a:extLst>
          </p:cNvPr>
          <p:cNvSpPr/>
          <p:nvPr/>
        </p:nvSpPr>
        <p:spPr>
          <a:xfrm>
            <a:off x="0" y="4764880"/>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6322FA38-8D1D-474B-B1B9-C7A624819EFD}"/>
              </a:ext>
            </a:extLst>
          </p:cNvPr>
          <p:cNvSpPr txBox="1"/>
          <p:nvPr/>
        </p:nvSpPr>
        <p:spPr>
          <a:xfrm>
            <a:off x="215448" y="4823384"/>
            <a:ext cx="490594" cy="261610"/>
          </a:xfrm>
          <a:prstGeom prst="rect">
            <a:avLst/>
          </a:prstGeom>
          <a:noFill/>
        </p:spPr>
        <p:txBody>
          <a:bodyPr wrap="square">
            <a:spAutoFit/>
          </a:bodyPr>
          <a:lstStyle/>
          <a:p>
            <a:pPr algn="r"/>
            <a:r>
              <a:rPr lang="fr-FR" sz="900" b="1" dirty="0">
                <a:solidFill>
                  <a:srgbClr val="464646"/>
                </a:solidFill>
                <a:latin typeface="Calibri" panose="020F0502020204030204" pitchFamily="34" charset="0"/>
              </a:rPr>
              <a:t>27</a:t>
            </a:r>
            <a:r>
              <a:rPr lang="fr-FR" sz="1100" b="1" dirty="0">
                <a:solidFill>
                  <a:srgbClr val="0F4C81"/>
                </a:solidFill>
              </a:rPr>
              <a:t> |</a:t>
            </a:r>
            <a:endParaRPr lang="en-US" sz="900" dirty="0"/>
          </a:p>
        </p:txBody>
      </p:sp>
      <p:sp>
        <p:nvSpPr>
          <p:cNvPr id="17" name="L-Shape 16">
            <a:extLst>
              <a:ext uri="{FF2B5EF4-FFF2-40B4-BE49-F238E27FC236}">
                <a16:creationId xmlns:a16="http://schemas.microsoft.com/office/drawing/2014/main" id="{CD38A89F-DA05-4691-9B13-D7D6D31B0A8B}"/>
              </a:ext>
            </a:extLst>
          </p:cNvPr>
          <p:cNvSpPr/>
          <p:nvPr/>
        </p:nvSpPr>
        <p:spPr>
          <a:xfrm rot="10800000">
            <a:off x="8509883" y="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L-Shape 17">
            <a:extLst>
              <a:ext uri="{FF2B5EF4-FFF2-40B4-BE49-F238E27FC236}">
                <a16:creationId xmlns:a16="http://schemas.microsoft.com/office/drawing/2014/main" id="{1ED10395-974F-45DB-B71D-8BFC489F4708}"/>
              </a:ext>
            </a:extLst>
          </p:cNvPr>
          <p:cNvSpPr/>
          <p:nvPr/>
        </p:nvSpPr>
        <p:spPr>
          <a:xfrm rot="10800000">
            <a:off x="8509883" y="444235"/>
            <a:ext cx="190500" cy="190500"/>
          </a:xfrm>
          <a:prstGeom prst="corner">
            <a:avLst/>
          </a:prstGeom>
          <a:solidFill>
            <a:srgbClr val="00AA9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3EBF690B-8007-43FB-87CD-B181DFAD8E1D}"/>
              </a:ext>
            </a:extLst>
          </p:cNvPr>
          <p:cNvSpPr/>
          <p:nvPr/>
        </p:nvSpPr>
        <p:spPr>
          <a:xfrm>
            <a:off x="8772538" y="4749282"/>
            <a:ext cx="371462" cy="378619"/>
          </a:xfrm>
          <a:prstGeom prst="rect">
            <a:avLst/>
          </a:prstGeom>
          <a:solidFill>
            <a:srgbClr val="EF4641"/>
          </a:solidFill>
          <a:ln>
            <a:solidFill>
              <a:srgbClr val="EF46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L-Shape 19">
            <a:extLst>
              <a:ext uri="{FF2B5EF4-FFF2-40B4-BE49-F238E27FC236}">
                <a16:creationId xmlns:a16="http://schemas.microsoft.com/office/drawing/2014/main" id="{FA8E44A6-B9FF-4FC0-8EC0-0EAEB9FA6A61}"/>
              </a:ext>
            </a:extLst>
          </p:cNvPr>
          <p:cNvSpPr/>
          <p:nvPr/>
        </p:nvSpPr>
        <p:spPr>
          <a:xfrm rot="5400000">
            <a:off x="5067" y="-5068"/>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L-Shape 20">
            <a:extLst>
              <a:ext uri="{FF2B5EF4-FFF2-40B4-BE49-F238E27FC236}">
                <a16:creationId xmlns:a16="http://schemas.microsoft.com/office/drawing/2014/main" id="{1B3197D6-A769-4759-B008-39D269AFC45E}"/>
              </a:ext>
            </a:extLst>
          </p:cNvPr>
          <p:cNvSpPr/>
          <p:nvPr/>
        </p:nvSpPr>
        <p:spPr>
          <a:xfrm rot="5400000">
            <a:off x="454977" y="443616"/>
            <a:ext cx="190500" cy="190500"/>
          </a:xfrm>
          <a:prstGeom prst="corner">
            <a:avLst/>
          </a:prstGeom>
          <a:solidFill>
            <a:srgbClr val="00AA9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transition spd="slow">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Rectangle 179">
            <a:extLst>
              <a:ext uri="{FF2B5EF4-FFF2-40B4-BE49-F238E27FC236}">
                <a16:creationId xmlns:a16="http://schemas.microsoft.com/office/drawing/2014/main" id="{11069782-32BB-422A-847C-84DC7EBBD744}"/>
              </a:ext>
            </a:extLst>
          </p:cNvPr>
          <p:cNvSpPr>
            <a:spLocks/>
          </p:cNvSpPr>
          <p:nvPr/>
        </p:nvSpPr>
        <p:spPr bwMode="auto">
          <a:xfrm>
            <a:off x="2774060" y="205162"/>
            <a:ext cx="338874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nchor="ctr">
            <a:spAutoFit/>
          </a:bodyPr>
          <a:lstStyle/>
          <a:p>
            <a:pPr algn="ctr"/>
            <a:r>
              <a:rPr lang="en-US" sz="20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rPr>
              <a:t>DIAGRAMME DE SEQUENCE</a:t>
            </a:r>
          </a:p>
        </p:txBody>
      </p:sp>
      <p:sp>
        <p:nvSpPr>
          <p:cNvPr id="181" name="Rectangle 1">
            <a:extLst>
              <a:ext uri="{FF2B5EF4-FFF2-40B4-BE49-F238E27FC236}">
                <a16:creationId xmlns:a16="http://schemas.microsoft.com/office/drawing/2014/main" id="{E48B9C84-1CD2-4D15-8F80-6B5F8B6A43D2}"/>
              </a:ext>
            </a:extLst>
          </p:cNvPr>
          <p:cNvSpPr>
            <a:spLocks/>
          </p:cNvSpPr>
          <p:nvPr/>
        </p:nvSpPr>
        <p:spPr bwMode="auto">
          <a:xfrm>
            <a:off x="2882079" y="53408"/>
            <a:ext cx="3280730"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fr-FR" sz="1050" spc="82" dirty="0">
                <a:solidFill>
                  <a:schemeClr val="bg1">
                    <a:lumMod val="50000"/>
                  </a:schemeClr>
                </a:solidFill>
                <a:latin typeface="Source Sans Pro" charset="0"/>
                <a:ea typeface="Source Sans Pro" charset="0"/>
                <a:cs typeface="Source Sans Pro" charset="0"/>
                <a:sym typeface="Bebas Neue" charset="0"/>
              </a:rPr>
              <a:t>SPÉCIFICATION DES BESOINS ET CONCEPTION</a:t>
            </a:r>
            <a:endParaRPr lang="en-US" sz="1050" spc="82" dirty="0">
              <a:solidFill>
                <a:schemeClr val="bg1">
                  <a:lumMod val="50000"/>
                </a:schemeClr>
              </a:solidFill>
              <a:latin typeface="Source Sans Pro" charset="0"/>
              <a:ea typeface="Source Sans Pro" charset="0"/>
              <a:cs typeface="Source Sans Pro" charset="0"/>
              <a:sym typeface="Bebas Neue" charset="0"/>
            </a:endParaRPr>
          </a:p>
        </p:txBody>
      </p:sp>
      <p:sp>
        <p:nvSpPr>
          <p:cNvPr id="182" name="Google Shape;223;p25">
            <a:extLst>
              <a:ext uri="{FF2B5EF4-FFF2-40B4-BE49-F238E27FC236}">
                <a16:creationId xmlns:a16="http://schemas.microsoft.com/office/drawing/2014/main" id="{5E974DE5-78C3-4FA7-BC3B-9511EB80783A}"/>
              </a:ext>
            </a:extLst>
          </p:cNvPr>
          <p:cNvSpPr/>
          <p:nvPr/>
        </p:nvSpPr>
        <p:spPr>
          <a:xfrm>
            <a:off x="3850819" y="481162"/>
            <a:ext cx="141138" cy="141334"/>
          </a:xfrm>
          <a:prstGeom prst="rect">
            <a:avLst/>
          </a:prstGeom>
          <a:solidFill>
            <a:srgbClr val="0F4C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F4C81"/>
              </a:solidFill>
            </a:endParaRPr>
          </a:p>
        </p:txBody>
      </p:sp>
      <p:sp>
        <p:nvSpPr>
          <p:cNvPr id="183" name="Google Shape;224;p25">
            <a:extLst>
              <a:ext uri="{FF2B5EF4-FFF2-40B4-BE49-F238E27FC236}">
                <a16:creationId xmlns:a16="http://schemas.microsoft.com/office/drawing/2014/main" id="{64408804-D82F-4025-A868-8DD30CFE67BF}"/>
              </a:ext>
            </a:extLst>
          </p:cNvPr>
          <p:cNvSpPr/>
          <p:nvPr/>
        </p:nvSpPr>
        <p:spPr>
          <a:xfrm>
            <a:off x="4823025" y="481162"/>
            <a:ext cx="141138" cy="141334"/>
          </a:xfrm>
          <a:prstGeom prst="rect">
            <a:avLst/>
          </a:prstGeom>
          <a:solidFill>
            <a:srgbClr val="98BE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0AA9B"/>
              </a:solidFill>
            </a:endParaRPr>
          </a:p>
        </p:txBody>
      </p:sp>
      <p:sp>
        <p:nvSpPr>
          <p:cNvPr id="184" name="Google Shape;225;p25">
            <a:extLst>
              <a:ext uri="{FF2B5EF4-FFF2-40B4-BE49-F238E27FC236}">
                <a16:creationId xmlns:a16="http://schemas.microsoft.com/office/drawing/2014/main" id="{D842B6B1-DB86-4985-B089-8456DEE5266B}"/>
              </a:ext>
            </a:extLst>
          </p:cNvPr>
          <p:cNvSpPr/>
          <p:nvPr/>
        </p:nvSpPr>
        <p:spPr>
          <a:xfrm>
            <a:off x="4503719" y="481162"/>
            <a:ext cx="141138" cy="141334"/>
          </a:xfrm>
          <a:prstGeom prst="rect">
            <a:avLst/>
          </a:prstGeom>
          <a:solidFill>
            <a:srgbClr val="EF46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224;p25">
            <a:extLst>
              <a:ext uri="{FF2B5EF4-FFF2-40B4-BE49-F238E27FC236}">
                <a16:creationId xmlns:a16="http://schemas.microsoft.com/office/drawing/2014/main" id="{046BFF2C-DF24-4DB5-AB69-7B4E15779C7A}"/>
              </a:ext>
            </a:extLst>
          </p:cNvPr>
          <p:cNvSpPr/>
          <p:nvPr/>
        </p:nvSpPr>
        <p:spPr>
          <a:xfrm>
            <a:off x="4177269" y="481162"/>
            <a:ext cx="141138" cy="141334"/>
          </a:xfrm>
          <a:prstGeom prst="rect">
            <a:avLst/>
          </a:prstGeom>
          <a:solidFill>
            <a:srgbClr val="42A33A"/>
          </a:solidFill>
          <a:ln>
            <a:solidFill>
              <a:srgbClr val="42A33A"/>
            </a:solid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AA9B"/>
              </a:solidFill>
            </a:endParaRPr>
          </a:p>
        </p:txBody>
      </p:sp>
      <p:sp>
        <p:nvSpPr>
          <p:cNvPr id="186" name="L-Shape 185">
            <a:extLst>
              <a:ext uri="{FF2B5EF4-FFF2-40B4-BE49-F238E27FC236}">
                <a16:creationId xmlns:a16="http://schemas.microsoft.com/office/drawing/2014/main" id="{B48285AE-2E9F-47E4-ACC8-26DC03FB0C6F}"/>
              </a:ext>
            </a:extLst>
          </p:cNvPr>
          <p:cNvSpPr/>
          <p:nvPr/>
        </p:nvSpPr>
        <p:spPr>
          <a:xfrm rot="10800000">
            <a:off x="8509883" y="1560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AA9B"/>
              </a:solidFill>
            </a:endParaRPr>
          </a:p>
        </p:txBody>
      </p:sp>
      <p:sp>
        <p:nvSpPr>
          <p:cNvPr id="187" name="L-Shape 186">
            <a:extLst>
              <a:ext uri="{FF2B5EF4-FFF2-40B4-BE49-F238E27FC236}">
                <a16:creationId xmlns:a16="http://schemas.microsoft.com/office/drawing/2014/main" id="{A88D0EED-8B27-4F54-A0B7-C12AD99D3725}"/>
              </a:ext>
            </a:extLst>
          </p:cNvPr>
          <p:cNvSpPr/>
          <p:nvPr/>
        </p:nvSpPr>
        <p:spPr>
          <a:xfrm rot="10800000">
            <a:off x="8509883" y="444235"/>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Rectangle 70">
            <a:extLst>
              <a:ext uri="{FF2B5EF4-FFF2-40B4-BE49-F238E27FC236}">
                <a16:creationId xmlns:a16="http://schemas.microsoft.com/office/drawing/2014/main" id="{2D35F594-CE7F-4211-8399-B302449C495C}"/>
              </a:ext>
            </a:extLst>
          </p:cNvPr>
          <p:cNvSpPr/>
          <p:nvPr/>
        </p:nvSpPr>
        <p:spPr>
          <a:xfrm>
            <a:off x="8761395" y="4746158"/>
            <a:ext cx="371462" cy="378619"/>
          </a:xfrm>
          <a:prstGeom prst="rect">
            <a:avLst/>
          </a:prstGeom>
          <a:solidFill>
            <a:srgbClr val="EF4641"/>
          </a:solidFill>
          <a:ln>
            <a:solidFill>
              <a:srgbClr val="EF46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C88D4E6E-6DF8-4F3A-8523-ABD502F88036}"/>
              </a:ext>
            </a:extLst>
          </p:cNvPr>
          <p:cNvSpPr/>
          <p:nvPr/>
        </p:nvSpPr>
        <p:spPr>
          <a:xfrm>
            <a:off x="0" y="4780121"/>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AA9B"/>
              </a:solidFill>
            </a:endParaRPr>
          </a:p>
        </p:txBody>
      </p:sp>
      <p:sp>
        <p:nvSpPr>
          <p:cNvPr id="18" name="TextBox 17">
            <a:extLst>
              <a:ext uri="{FF2B5EF4-FFF2-40B4-BE49-F238E27FC236}">
                <a16:creationId xmlns:a16="http://schemas.microsoft.com/office/drawing/2014/main" id="{81C54833-1101-FDA9-4983-E87E9A540F8B}"/>
              </a:ext>
            </a:extLst>
          </p:cNvPr>
          <p:cNvSpPr txBox="1"/>
          <p:nvPr/>
        </p:nvSpPr>
        <p:spPr>
          <a:xfrm>
            <a:off x="254611" y="4863167"/>
            <a:ext cx="484927" cy="261610"/>
          </a:xfrm>
          <a:prstGeom prst="rect">
            <a:avLst/>
          </a:prstGeom>
          <a:noFill/>
        </p:spPr>
        <p:txBody>
          <a:bodyPr wrap="square">
            <a:spAutoFit/>
          </a:bodyPr>
          <a:lstStyle/>
          <a:p>
            <a:pPr algn="r" rtl="0">
              <a:spcBef>
                <a:spcPts val="0"/>
              </a:spcBef>
              <a:spcAft>
                <a:spcPts val="0"/>
              </a:spcAft>
            </a:pPr>
            <a:r>
              <a:rPr lang="fr-FR" sz="900" b="1" dirty="0">
                <a:solidFill>
                  <a:srgbClr val="464646"/>
                </a:solidFill>
                <a:latin typeface="Calibri" panose="020F0502020204030204" pitchFamily="34" charset="0"/>
              </a:rPr>
              <a:t>28</a:t>
            </a:r>
            <a:r>
              <a:rPr lang="fr-FR" sz="1100" b="1" dirty="0">
                <a:solidFill>
                  <a:srgbClr val="0F4C81"/>
                </a:solidFill>
              </a:rPr>
              <a:t> |</a:t>
            </a:r>
            <a:endParaRPr lang="en-US" sz="900" dirty="0"/>
          </a:p>
        </p:txBody>
      </p:sp>
      <p:pic>
        <p:nvPicPr>
          <p:cNvPr id="8" name="Picture 7" descr="A screenshot of a computer&#10;&#10;Description automatically generated with medium confidence">
            <a:extLst>
              <a:ext uri="{FF2B5EF4-FFF2-40B4-BE49-F238E27FC236}">
                <a16:creationId xmlns:a16="http://schemas.microsoft.com/office/drawing/2014/main" id="{378B2080-861F-9B80-EBF7-A210AA7C5DE4}"/>
              </a:ext>
            </a:extLst>
          </p:cNvPr>
          <p:cNvPicPr>
            <a:picLocks noChangeAspect="1"/>
          </p:cNvPicPr>
          <p:nvPr/>
        </p:nvPicPr>
        <p:blipFill>
          <a:blip r:embed="rId3"/>
          <a:stretch>
            <a:fillRect/>
          </a:stretch>
        </p:blipFill>
        <p:spPr>
          <a:xfrm>
            <a:off x="146592" y="371430"/>
            <a:ext cx="8850816" cy="4596908"/>
          </a:xfrm>
          <a:prstGeom prst="rect">
            <a:avLst/>
          </a:prstGeom>
        </p:spPr>
      </p:pic>
      <p:sp>
        <p:nvSpPr>
          <p:cNvPr id="2" name="L-Shape 1">
            <a:extLst>
              <a:ext uri="{FF2B5EF4-FFF2-40B4-BE49-F238E27FC236}">
                <a16:creationId xmlns:a16="http://schemas.microsoft.com/office/drawing/2014/main" id="{23CC7A09-E31F-2AA3-85D4-CD30B0937E53}"/>
              </a:ext>
            </a:extLst>
          </p:cNvPr>
          <p:cNvSpPr/>
          <p:nvPr/>
        </p:nvSpPr>
        <p:spPr>
          <a:xfrm rot="5400000">
            <a:off x="5067" y="-5068"/>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Shape 2">
            <a:extLst>
              <a:ext uri="{FF2B5EF4-FFF2-40B4-BE49-F238E27FC236}">
                <a16:creationId xmlns:a16="http://schemas.microsoft.com/office/drawing/2014/main" id="{84F4246D-B48F-6A0A-5DE3-A5B0AFC777DD}"/>
              </a:ext>
            </a:extLst>
          </p:cNvPr>
          <p:cNvSpPr/>
          <p:nvPr/>
        </p:nvSpPr>
        <p:spPr>
          <a:xfrm rot="5400000">
            <a:off x="454977" y="443616"/>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95842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Graphic Design Project Proposal by Slidesgo">
  <a:themeElements>
    <a:clrScheme name="Simple Light">
      <a:dk1>
        <a:srgbClr val="F3F3F3"/>
      </a:dk1>
      <a:lt1>
        <a:srgbClr val="434343"/>
      </a:lt1>
      <a:dk2>
        <a:srgbClr val="0F4C81"/>
      </a:dk2>
      <a:lt2>
        <a:srgbClr val="98BEE0"/>
      </a:lt2>
      <a:accent1>
        <a:srgbClr val="C5D8E9"/>
      </a:accent1>
      <a:accent2>
        <a:srgbClr val="F3F3F3"/>
      </a:accent2>
      <a:accent3>
        <a:srgbClr val="434343"/>
      </a:accent3>
      <a:accent4>
        <a:srgbClr val="0F4C81"/>
      </a:accent4>
      <a:accent5>
        <a:srgbClr val="98BEE0"/>
      </a:accent5>
      <a:accent6>
        <a:srgbClr val="C5D8E9"/>
      </a:accent6>
      <a:hlink>
        <a:srgbClr val="43434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6BEB92E7B712B47909D5B6D84442D6F" ma:contentTypeVersion="12" ma:contentTypeDescription="Create a new document." ma:contentTypeScope="" ma:versionID="6e49b2b496f0e746e1e4473aaf785a67">
  <xsd:schema xmlns:xsd="http://www.w3.org/2001/XMLSchema" xmlns:xs="http://www.w3.org/2001/XMLSchema" xmlns:p="http://schemas.microsoft.com/office/2006/metadata/properties" xmlns:ns3="ea665b94-536d-4e17-b477-8a251237c8db" xmlns:ns4="3efcf22d-6a02-42d3-8401-baae3d84490a" targetNamespace="http://schemas.microsoft.com/office/2006/metadata/properties" ma:root="true" ma:fieldsID="7cbf7a3969b41e073d9910a55e82fa30" ns3:_="" ns4:_="">
    <xsd:import namespace="ea665b94-536d-4e17-b477-8a251237c8db"/>
    <xsd:import namespace="3efcf22d-6a02-42d3-8401-baae3d84490a"/>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AutoKeyPoints" minOccurs="0"/>
                <xsd:element ref="ns3:MediaServiceKeyPoints" minOccurs="0"/>
                <xsd:element ref="ns3:MediaServiceOCR" minOccurs="0"/>
                <xsd:element ref="ns3:MediaServiceGenerationTime" minOccurs="0"/>
                <xsd:element ref="ns3:MediaServiceEventHashCode"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a665b94-536d-4e17-b477-8a251237c8d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efcf22d-6a02-42d3-8401-baae3d84490a"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38A87F1-2581-4BF7-8561-818BEC4BE56C}">
  <ds:schemaRefs>
    <ds:schemaRef ds:uri="http://schemas.openxmlformats.org/package/2006/metadata/core-properties"/>
    <ds:schemaRef ds:uri="http://purl.org/dc/terms/"/>
    <ds:schemaRef ds:uri="http://schemas.microsoft.com/office/infopath/2007/PartnerControls"/>
    <ds:schemaRef ds:uri="http://schemas.microsoft.com/office/2006/documentManagement/types"/>
    <ds:schemaRef ds:uri="http://schemas.microsoft.com/office/2006/metadata/properties"/>
    <ds:schemaRef ds:uri="http://purl.org/dc/elements/1.1/"/>
    <ds:schemaRef ds:uri="3efcf22d-6a02-42d3-8401-baae3d84490a"/>
    <ds:schemaRef ds:uri="ea665b94-536d-4e17-b477-8a251237c8db"/>
    <ds:schemaRef ds:uri="http://www.w3.org/XML/1998/namespace"/>
    <ds:schemaRef ds:uri="http://purl.org/dc/dcmitype/"/>
  </ds:schemaRefs>
</ds:datastoreItem>
</file>

<file path=customXml/itemProps2.xml><?xml version="1.0" encoding="utf-8"?>
<ds:datastoreItem xmlns:ds="http://schemas.openxmlformats.org/officeDocument/2006/customXml" ds:itemID="{66D9E2EA-A3B1-4D7C-B27B-61EB710EFA6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a665b94-536d-4e17-b477-8a251237c8db"/>
    <ds:schemaRef ds:uri="3efcf22d-6a02-42d3-8401-baae3d84490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97B6515-EF53-4187-B348-681783F4D9D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31423</TotalTime>
  <Words>1980</Words>
  <Application>Microsoft Office PowerPoint</Application>
  <PresentationFormat>On-screen Show (16:9)</PresentationFormat>
  <Paragraphs>235</Paragraphs>
  <Slides>28</Slides>
  <Notes>28</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28</vt:i4>
      </vt:variant>
    </vt:vector>
  </HeadingPairs>
  <TitlesOfParts>
    <vt:vector size="43" baseType="lpstr">
      <vt:lpstr>Times New Roman</vt:lpstr>
      <vt:lpstr>Source Sans Pro</vt:lpstr>
      <vt:lpstr>Tw Cen MT</vt:lpstr>
      <vt:lpstr>Anton</vt:lpstr>
      <vt:lpstr>Roboto</vt:lpstr>
      <vt:lpstr>Arial (Body)</vt:lpstr>
      <vt:lpstr>Bebas Neue</vt:lpstr>
      <vt:lpstr>Lato Black</vt:lpstr>
      <vt:lpstr>Franklin Gothic Book</vt:lpstr>
      <vt:lpstr>Anaheim</vt:lpstr>
      <vt:lpstr>DM Sans</vt:lpstr>
      <vt:lpstr>Söhne</vt:lpstr>
      <vt:lpstr>Arial</vt:lpstr>
      <vt:lpstr>Calibri</vt:lpstr>
      <vt:lpstr>Graphic Design Project Proposal by Slidesgo</vt:lpstr>
      <vt:lpstr>PowerPoint Presentation</vt:lpstr>
      <vt:lpstr>PowerPoint Presentation</vt:lpstr>
      <vt:lpstr>01</vt:lpstr>
      <vt:lpstr>PowerPoint Presentation</vt:lpstr>
      <vt:lpstr>PowerPoint Presentation</vt:lpstr>
      <vt:lpstr>PowerPoint Presentation</vt:lpstr>
      <vt:lpstr>PowerPoint Presentation</vt:lpstr>
      <vt:lpstr>PowerPoint Presentation</vt:lpstr>
      <vt:lpstr>PowerPoint Presentation</vt:lpstr>
      <vt:lpstr>02</vt:lpstr>
      <vt:lpstr>PowerPoint Presentation</vt:lpstr>
      <vt:lpstr>PowerPoint Presentation</vt:lpstr>
      <vt:lpstr>PowerPoint Presentation</vt:lpstr>
      <vt:lpstr>PowerPoint Presentation</vt:lpstr>
      <vt:lpstr>03</vt:lpstr>
      <vt:lpstr>PowerPoint Presentation</vt:lpstr>
      <vt:lpstr>04</vt:lpstr>
      <vt:lpstr>PowerPoint Presentation</vt:lpstr>
      <vt:lpstr>PowerPoint Presentation</vt:lpstr>
      <vt:lpstr>PowerPoint Presentation</vt:lpstr>
      <vt:lpstr>PowerPoint Presentation</vt:lpstr>
      <vt:lpstr>05</vt:lpstr>
      <vt:lpstr>PowerPoint Presentation</vt:lpstr>
      <vt:lpstr>06</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PROPOSAL</dc:title>
  <dc:creator>ameni ben marzoug</dc:creator>
  <cp:lastModifiedBy>Chaouki</cp:lastModifiedBy>
  <cp:revision>373</cp:revision>
  <dcterms:modified xsi:type="dcterms:W3CDTF">2024-09-25T07:20:59Z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0x01010086BEB92E7B712B47909D5B6D84442D6F</vt:lpwstr>
  </property>
</Properties>
</file>